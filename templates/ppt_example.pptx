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5" r:id="rId3"/>
    <p:sldMasterId id="2147483668" r:id="rId4"/>
  </p:sldMasterIdLst>
  <p:notesMasterIdLst>
    <p:notesMasterId r:id="rId19"/>
  </p:notesMasterIdLst>
  <p:sldIdLst>
    <p:sldId id="1832" r:id="rId5"/>
    <p:sldId id="1729" r:id="rId6"/>
    <p:sldId id="2725" r:id="rId7"/>
    <p:sldId id="1795" r:id="rId8"/>
    <p:sldId id="2741" r:id="rId9"/>
    <p:sldId id="1796" r:id="rId10"/>
    <p:sldId id="2753" r:id="rId11"/>
    <p:sldId id="1797" r:id="rId12"/>
    <p:sldId id="2770" r:id="rId13"/>
    <p:sldId id="1798" r:id="rId14"/>
    <p:sldId id="2771" r:id="rId15"/>
    <p:sldId id="1799" r:id="rId16"/>
    <p:sldId id="2694" r:id="rId17"/>
    <p:sldId id="182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86C4-7B0E-4AEE-B034-DD31CB141BF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1F566-D286-4D9D-A74A-69D113C102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73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88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19AF1A-C455-4844-80A4-D9AEE66907D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821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327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3001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769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3282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9333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526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7228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6260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4611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273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4F2A7-937E-2C26-91C1-32DA8E47B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B72E0F-B09B-164C-7626-4FD3729B8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1F4E3E-5468-8C07-E57A-1D05DF75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94AD6-37E0-CE98-3276-ACDA986A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311A2-2CD3-2378-CBF6-D567CF98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93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69466-F2A9-8B9C-15BD-5FB2962E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DC8D5-D09E-A202-0BFB-33E9004A8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29F983-7733-9B74-9D4C-F5FD8EEA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3A5B9-A1E0-69DC-8A0A-35A748371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AF29B-82C5-CE96-0C9E-8F38AFD7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66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DB7DF-1600-8496-2360-24C5C1DBC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83F291-3B8F-6534-EEB2-C66C07ED0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78A74-BCA6-7C3C-7B2E-D1F97855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50D5C-B37A-09ED-59AD-59A9FB44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6232B-F446-3B6D-E537-B42FDC1A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0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224BF-915F-ADA4-3200-114A96DB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BA60F-D79E-09A0-C5BC-7ABB0FCAA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0A6250-25B8-F937-9269-3D9A42D3E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E73A75-5E06-1C9C-9ACE-ACF4A41F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160039-728A-EA90-F575-0159CAB0D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5C1484-F468-3A13-4692-CAF166CC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4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D3FBD-8191-063E-9561-5B7F3437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450BB4-487F-F002-5E67-CB679C62C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C28E12-11A4-BF4F-3630-7396B7947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61E09E-A62D-47E4-77A1-D5CC61094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A633C6-19BC-C7C6-3EE9-7A1E8898D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99D604-0636-C28A-8DD8-964EB26F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B3D1D8-2FA9-8784-F623-D44D50F6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FC2028-D2EE-9389-6144-5AB3E6D4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62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C8DA9-61D3-B5FB-6C97-5F3E4BF7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FDFE92-D25F-6E7B-087E-17B68C73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0AFB74-F967-4F86-DFD8-20609C85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DF880B-FBF7-E5D3-B125-ED159ECA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39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960055-9251-C807-F0A9-29522A97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4E089C-879E-E57A-1AB1-E40292B2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2735A1-869F-1BEC-8B38-BF857B97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644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9245A-6877-9D27-92BE-C4E85587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759F15-E9A4-8C1F-090D-820F26F9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98C4AC-C020-9622-3089-26518FFEE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FC996F-DC8B-12F7-653E-CDDCF429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19A9E8-FBF1-C7D2-6C1D-9AAA9E15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872823-6539-4D9E-3859-E4240D46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07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A1D00-024E-44F9-B4BF-45277CDA9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F47C41-2F88-F811-221E-C19484CA8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8999C5-96CD-2A92-A3E5-D51C88D5C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2B6D53-48B0-6F00-9309-A758EF8E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DC3C43-77B4-1F6C-C7CA-F3EA881A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E53840-0A19-8A9C-EC5F-DBD05FBF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9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999C0-2C5A-BEA4-8566-71D5736E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E6DFD9-7132-DE83-E8E5-7A8CA8AF5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802F5A-D452-85DF-7ADE-0EC279FF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92E56-F41B-1742-B744-5FE1C7B3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09E180-1E6B-5B28-89B5-B71D6EC9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8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6EDA1A-CE4E-1735-B878-EAD82EBEB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E74351-CBD1-0D28-5300-D63ECA6EE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8766E-6E36-9A2F-7093-E5702C38C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818E0-967D-FA11-4B33-B8FB4DE6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DF40EF-6F75-FCC7-B230-FCE3CED8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62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2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90583680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46A2DAE-C2C5-44C0-8C41-6B17019A21CC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>
            <a:extLst>
              <a:ext uri="{FF2B5EF4-FFF2-40B4-BE49-F238E27FC236}">
                <a16:creationId xmlns:a16="http://schemas.microsoft.com/office/drawing/2014/main" id="{00D06366-D345-4DCE-A938-EC3BB7836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10426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2598B5BD-9CE3-4414-BCF1-860652297EE0}"/>
              </a:ext>
            </a:extLst>
          </p:cNvPr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1EDBCA9-8B80-4A76-9586-83EE76079DF6}"/>
              </a:ext>
            </a:extLst>
          </p:cNvPr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3BDC8EB-D763-47E3-A6AE-FBF19E39A979}"/>
              </a:ext>
            </a:extLst>
          </p:cNvPr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9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50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0EDC3667-87B7-4232-9F74-2F0E9CE7574F}"/>
              </a:ext>
            </a:extLst>
          </p:cNvPr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98AF966-7C79-45DC-9C70-AB081DBECE7D}"/>
              </a:ext>
            </a:extLst>
          </p:cNvPr>
          <p:cNvCxnSpPr>
            <a:cxnSpLocks/>
          </p:cNvCxnSpPr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37050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21622" cy="198576"/>
              <a:chOff x="2372715" y="161759"/>
              <a:chExt cx="2714952" cy="747103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54" y="313344"/>
                <a:ext cx="474313" cy="479486"/>
                <a:chOff x="11893474" y="1994534"/>
                <a:chExt cx="286683" cy="289808"/>
              </a:xfrm>
              <a:solidFill>
                <a:schemeClr val="accent3"/>
              </a:solidFill>
            </p:grpSpPr>
            <p:sp>
              <p:nvSpPr>
                <p:cNvPr id="4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099" y="1994534"/>
                  <a:ext cx="204058" cy="285679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4" y="2009126"/>
                  <a:ext cx="109877" cy="275216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33882309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>
            <a:extLst>
              <a:ext uri="{FF2B5EF4-FFF2-40B4-BE49-F238E27FC236}">
                <a16:creationId xmlns:a16="http://schemas.microsoft.com/office/drawing/2014/main" id="{17BF7535-8F01-44D8-BF44-00C5CD915389}"/>
              </a:ext>
            </a:extLst>
          </p:cNvPr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" fmla="*/ 0 w 3162300"/>
              <a:gd name="connsiteY0" fmla="*/ 2147409 h 2238849"/>
              <a:gd name="connsiteX1" fmla="*/ 0 w 3162300"/>
              <a:gd name="connsiteY1" fmla="*/ 1565265 h 2238849"/>
              <a:gd name="connsiteX2" fmla="*/ 0 w 3162300"/>
              <a:gd name="connsiteY2" fmla="*/ 1544697 h 2238849"/>
              <a:gd name="connsiteX3" fmla="*/ 0 w 3162300"/>
              <a:gd name="connsiteY3" fmla="*/ 0 h 2238849"/>
              <a:gd name="connsiteX4" fmla="*/ 1585774 w 3162300"/>
              <a:gd name="connsiteY4" fmla="*/ 1112898 h 2238849"/>
              <a:gd name="connsiteX5" fmla="*/ 3162300 w 3162300"/>
              <a:gd name="connsiteY5" fmla="*/ 0 h 2238849"/>
              <a:gd name="connsiteX6" fmla="*/ 3162300 w 3162300"/>
              <a:gd name="connsiteY6" fmla="*/ 1544697 h 2238849"/>
              <a:gd name="connsiteX7" fmla="*/ 3162300 w 3162300"/>
              <a:gd name="connsiteY7" fmla="*/ 1565265 h 2238849"/>
              <a:gd name="connsiteX8" fmla="*/ 3162300 w 3162300"/>
              <a:gd name="connsiteY8" fmla="*/ 2147409 h 2238849"/>
              <a:gd name="connsiteX9" fmla="*/ 91440 w 3162300"/>
              <a:gd name="connsiteY9" fmla="*/ 2238849 h 2238849"/>
              <a:gd name="connsiteX0" fmla="*/ 0 w 3162300"/>
              <a:gd name="connsiteY0" fmla="*/ 2147409 h 2147409"/>
              <a:gd name="connsiteX1" fmla="*/ 0 w 3162300"/>
              <a:gd name="connsiteY1" fmla="*/ 1565265 h 2147409"/>
              <a:gd name="connsiteX2" fmla="*/ 0 w 3162300"/>
              <a:gd name="connsiteY2" fmla="*/ 1544697 h 2147409"/>
              <a:gd name="connsiteX3" fmla="*/ 0 w 3162300"/>
              <a:gd name="connsiteY3" fmla="*/ 0 h 2147409"/>
              <a:gd name="connsiteX4" fmla="*/ 1585774 w 3162300"/>
              <a:gd name="connsiteY4" fmla="*/ 1112898 h 2147409"/>
              <a:gd name="connsiteX5" fmla="*/ 3162300 w 3162300"/>
              <a:gd name="connsiteY5" fmla="*/ 0 h 2147409"/>
              <a:gd name="connsiteX6" fmla="*/ 3162300 w 3162300"/>
              <a:gd name="connsiteY6" fmla="*/ 1544697 h 2147409"/>
              <a:gd name="connsiteX7" fmla="*/ 3162300 w 3162300"/>
              <a:gd name="connsiteY7" fmla="*/ 1565265 h 2147409"/>
              <a:gd name="connsiteX8" fmla="*/ 3162300 w 3162300"/>
              <a:gd name="connsiteY8" fmla="*/ 2147409 h 21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65B2E1B6-E350-4024-A69C-C064D4BB9540}"/>
              </a:ext>
            </a:extLst>
          </p:cNvPr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" fmla="*/ 0 w 3162300"/>
              <a:gd name="connsiteY0" fmla="*/ 1871961 h 1963401"/>
              <a:gd name="connsiteX1" fmla="*/ 0 w 3162300"/>
              <a:gd name="connsiteY1" fmla="*/ 0 h 1963401"/>
              <a:gd name="connsiteX2" fmla="*/ 3162300 w 3162300"/>
              <a:gd name="connsiteY2" fmla="*/ 0 h 1963401"/>
              <a:gd name="connsiteX3" fmla="*/ 3162300 w 3162300"/>
              <a:gd name="connsiteY3" fmla="*/ 1871961 h 1963401"/>
              <a:gd name="connsiteX4" fmla="*/ 91440 w 3162300"/>
              <a:gd name="connsiteY4" fmla="*/ 1963401 h 1963401"/>
              <a:gd name="connsiteX0" fmla="*/ 0 w 3162300"/>
              <a:gd name="connsiteY0" fmla="*/ 1871961 h 1871961"/>
              <a:gd name="connsiteX1" fmla="*/ 0 w 3162300"/>
              <a:gd name="connsiteY1" fmla="*/ 0 h 1871961"/>
              <a:gd name="connsiteX2" fmla="*/ 3162300 w 3162300"/>
              <a:gd name="connsiteY2" fmla="*/ 0 h 1871961"/>
              <a:gd name="connsiteX3" fmla="*/ 3162300 w 3162300"/>
              <a:gd name="connsiteY3" fmla="*/ 1871961 h 187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F3B0B805-869F-4D89-BEB0-0E0DA525C8EE}"/>
              </a:ext>
            </a:extLst>
          </p:cNvPr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60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8" r="23340"/>
          <a:stretch/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06445943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73" r="198"/>
          <a:stretch/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39763823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>
            <a:extLst>
              <a:ext uri="{FF2B5EF4-FFF2-40B4-BE49-F238E27FC236}">
                <a16:creationId xmlns:a16="http://schemas.microsoft.com/office/drawing/2014/main" id="{7A935A22-FEEB-4B78-9916-163644E822AB}"/>
              </a:ext>
            </a:extLst>
          </p:cNvPr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7224574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57343274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48790358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AA8158-F436-3E54-399A-1284BE58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2A363C-30AE-5373-E8DE-BC6CACE91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0CB90-5D94-4861-A5AE-D9E54C8C0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4E3CF-4BA5-427B-AB5F-47FE631851A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201D6-EFA0-6977-6C1A-9CF77B86B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005CDE-5396-66A9-9F2F-3203FD259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487E-476F-49D0-9CEC-DEB626A59D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36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64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7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32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请在此输入副标题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答辩人：北小理　　　导　师：京小工　　　时间：</a:t>
            </a:r>
            <a:fld id="{D59A35C6-7D58-4C95-A60A-B688BEF8C3D6}" type="datetime1">
              <a:rPr lang="zh-CN" altLang="en-US" smtClean="0"/>
              <a:t>2026/5/18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05264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234987F0-E0CB-448B-93C2-1AED92645BA7}"/>
              </a:ext>
            </a:extLst>
          </p:cNvPr>
          <p:cNvSpPr/>
          <p:nvPr/>
        </p:nvSpPr>
        <p:spPr bwMode="auto">
          <a:xfrm>
            <a:off x="3262558" y="112345"/>
            <a:ext cx="952500" cy="14462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7792EE0-0A94-4B1A-89B0-B8AEF3BFFF8B}"/>
              </a:ext>
            </a:extLst>
          </p:cNvPr>
          <p:cNvSpPr txBox="1"/>
          <p:nvPr/>
        </p:nvSpPr>
        <p:spPr bwMode="auto">
          <a:xfrm>
            <a:off x="5335437" y="844409"/>
            <a:ext cx="861774" cy="5243358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目录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|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CONTENTS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92665" y="1070567"/>
            <a:ext cx="3392601" cy="4766065"/>
            <a:chOff x="6597449" y="1148208"/>
            <a:chExt cx="3392601" cy="4766065"/>
          </a:xfrm>
        </p:grpSpPr>
        <p:grpSp>
          <p:nvGrpSpPr>
            <p:cNvPr id="3" name="组合 2"/>
            <p:cNvGrpSpPr/>
            <p:nvPr/>
          </p:nvGrpSpPr>
          <p:grpSpPr>
            <a:xfrm>
              <a:off x="6597449" y="1148208"/>
              <a:ext cx="3392601" cy="620713"/>
              <a:chOff x="5855427" y="1647453"/>
              <a:chExt cx="3392601" cy="620713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1696200"/>
                <a:ext cx="269817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研究背景与目的</a:t>
                </a: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6597449" y="2185044"/>
              <a:ext cx="3392601" cy="620713"/>
              <a:chOff x="5855427" y="1647453"/>
              <a:chExt cx="3392601" cy="620713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1696200"/>
                <a:ext cx="269817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研究内容与方法</a:t>
                </a:r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6597449" y="3221216"/>
              <a:ext cx="3392601" cy="620713"/>
              <a:chOff x="5855427" y="1647453"/>
              <a:chExt cx="3392601" cy="620713"/>
            </a:xfrm>
          </p:grpSpPr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1696200"/>
                <a:ext cx="269817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实验结果与分析</a:t>
                </a:r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6597449" y="4257388"/>
              <a:ext cx="2674455" cy="620713"/>
              <a:chOff x="5855427" y="1647453"/>
              <a:chExt cx="2674455" cy="620713"/>
            </a:xfrm>
          </p:grpSpPr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1696200"/>
                <a:ext cx="1980029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问题与讨论</a:t>
                </a:r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4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597449" y="5293560"/>
              <a:ext cx="2674455" cy="620713"/>
              <a:chOff x="5855427" y="1647453"/>
              <a:chExt cx="2674455" cy="620713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1696200"/>
                <a:ext cx="1980029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总结与展望</a:t>
                </a:r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5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一段文字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9220699B-30D4-4073-91F7-02313840C09E}"/>
              </a:ext>
            </a:extLst>
          </p:cNvPr>
          <p:cNvSpPr txBox="1">
            <a:spLocks/>
          </p:cNvSpPr>
          <p:nvPr/>
        </p:nvSpPr>
        <p:spPr>
          <a:xfrm>
            <a:off x="1539631" y="1700198"/>
            <a:ext cx="9100038" cy="361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3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此输入一段文字，阐述你的内容。例如建构主义是一种关于知识和学习的理论，强调学习者的主动性，认为学习是学习者基于原有的知识经验生成意义、建构理解的过程，而这一过程常常是在社会文化互动中完成的。建构主义的提出有着深刻的思想渊源，它具有迥异于传统的学习理论和教学思想，对教学设计具有重要指导价值。</a:t>
            </a:r>
            <a:endParaRPr kumimoji="0" lang="zh-CN" altLang="en-US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/>
        </p:nvSpPr>
        <p:spPr>
          <a:xfrm>
            <a:off x="1058985" y="145987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F77F212D-4F59-4957-9187-E73A42BE8E9D}"/>
              </a:ext>
            </a:extLst>
          </p:cNvPr>
          <p:cNvSpPr/>
          <p:nvPr/>
        </p:nvSpPr>
        <p:spPr>
          <a:xfrm flipH="1" flipV="1">
            <a:off x="10639669" y="518585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1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4385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4378166" cy="857460"/>
            <a:chOff x="5588007" y="1590635"/>
            <a:chExt cx="4378166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3416320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  <a:sym typeface="+mn-lt"/>
                </a:rPr>
                <a:t>研究背景与目的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67066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四个观点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1BC9E9C-D4BE-4B70-AC09-530AA6F7273D}"/>
              </a:ext>
            </a:extLst>
          </p:cNvPr>
          <p:cNvGrpSpPr/>
          <p:nvPr/>
        </p:nvGrpSpPr>
        <p:grpSpPr>
          <a:xfrm>
            <a:off x="678857" y="1518219"/>
            <a:ext cx="2160001" cy="4318673"/>
            <a:chOff x="678857" y="1565844"/>
            <a:chExt cx="2160001" cy="4318673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203396D-4DCB-41B5-AF04-2867F7A9A271}"/>
                </a:ext>
              </a:extLst>
            </p:cNvPr>
            <p:cNvSpPr/>
            <p:nvPr/>
          </p:nvSpPr>
          <p:spPr>
            <a:xfrm>
              <a:off x="678857" y="2197330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8670C33-36D4-4971-8EE4-3647D84638AC}"/>
                </a:ext>
              </a:extLst>
            </p:cNvPr>
            <p:cNvSpPr txBox="1"/>
            <p:nvPr/>
          </p:nvSpPr>
          <p:spPr>
            <a:xfrm>
              <a:off x="678857" y="1565844"/>
              <a:ext cx="1708160" cy="4001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eaLnBrk="1"/>
              <a:r>
                <a:rPr lang="zh-CN" altLang="en-US" sz="2000" b="1" spc="100" dirty="0">
                  <a:solidFill>
                    <a:schemeClr val="accent1"/>
                  </a:solidFill>
                </a:rPr>
                <a:t>这里是小标题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A1BF197-4A0B-4910-943A-0EE202B5F583}"/>
                </a:ext>
              </a:extLst>
            </p:cNvPr>
            <p:cNvSpPr txBox="1"/>
            <p:nvPr/>
          </p:nvSpPr>
          <p:spPr>
            <a:xfrm>
              <a:off x="678858" y="2500706"/>
              <a:ext cx="2160000" cy="3383811"/>
            </a:xfrm>
            <a:prstGeom prst="rect">
              <a:avLst/>
            </a:prstGeom>
            <a:noFill/>
          </p:spPr>
          <p:txBody>
            <a:bodyPr wrap="square" lIns="0" rtlCol="0">
              <a:normAutofit/>
            </a:bodyPr>
            <a:lstStyle/>
            <a:p>
              <a:pPr algn="just" eaLnBrk="1">
                <a:lnSpc>
                  <a:spcPct val="150000"/>
                </a:lnSpc>
              </a:pPr>
              <a:r>
                <a:rPr lang="zh-CN" altLang="en-US" sz="1600" spc="100" dirty="0">
                  <a:latin typeface="+mn-ea"/>
                  <a:ea typeface="+mn-ea"/>
                </a:rPr>
                <a:t>北京理工大学</a:t>
              </a:r>
              <a:r>
                <a:rPr lang="en-US" altLang="zh-CN" sz="1600" spc="100" dirty="0">
                  <a:latin typeface="+mn-ea"/>
                  <a:ea typeface="+mn-ea"/>
                </a:rPr>
                <a:t>1940</a:t>
              </a:r>
              <a:r>
                <a:rPr lang="zh-CN" altLang="en-US" sz="1600" spc="100" dirty="0">
                  <a:latin typeface="+mn-ea"/>
                  <a:ea typeface="+mn-ea"/>
                </a:rPr>
                <a:t>年诞生于延安，是中国共产党创办的第一所理工科大学，首批进入国家“</a:t>
              </a:r>
              <a:r>
                <a:rPr lang="en-US" altLang="zh-CN" sz="1600" spc="100" dirty="0">
                  <a:latin typeface="+mn-ea"/>
                  <a:ea typeface="+mn-ea"/>
                </a:rPr>
                <a:t>211</a:t>
              </a:r>
              <a:r>
                <a:rPr lang="zh-CN" altLang="en-US" sz="1600" spc="100" dirty="0">
                  <a:latin typeface="+mn-ea"/>
                  <a:ea typeface="+mn-ea"/>
                </a:rPr>
                <a:t>工程”和“</a:t>
              </a:r>
              <a:r>
                <a:rPr lang="en-US" altLang="zh-CN" sz="1600" spc="100" dirty="0">
                  <a:latin typeface="+mn-ea"/>
                  <a:ea typeface="+mn-ea"/>
                </a:rPr>
                <a:t>985</a:t>
              </a:r>
              <a:r>
                <a:rPr lang="zh-CN" altLang="en-US" sz="1600" spc="100" dirty="0">
                  <a:latin typeface="+mn-ea"/>
                  <a:ea typeface="+mn-ea"/>
                </a:rPr>
                <a:t>工程”，首批进入“世界一流大学”建设高校</a:t>
              </a:r>
              <a:r>
                <a:rPr lang="en-US" altLang="zh-CN" sz="1600" spc="100" dirty="0">
                  <a:latin typeface="+mn-ea"/>
                  <a:ea typeface="+mn-ea"/>
                </a:rPr>
                <a:t>A</a:t>
              </a:r>
              <a:r>
                <a:rPr lang="zh-CN" altLang="en-US" sz="1600" spc="100" dirty="0">
                  <a:latin typeface="+mn-ea"/>
                  <a:ea typeface="+mn-ea"/>
                </a:rPr>
                <a:t>类行列。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5FB572E-FB32-4F75-A721-1A507BD070D5}"/>
              </a:ext>
            </a:extLst>
          </p:cNvPr>
          <p:cNvGrpSpPr/>
          <p:nvPr/>
        </p:nvGrpSpPr>
        <p:grpSpPr>
          <a:xfrm>
            <a:off x="3570285" y="1518219"/>
            <a:ext cx="2160001" cy="4318673"/>
            <a:chOff x="3570285" y="1565844"/>
            <a:chExt cx="2160001" cy="431867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A2FB662-0C0F-49BB-9CBF-0D03681114F1}"/>
                </a:ext>
              </a:extLst>
            </p:cNvPr>
            <p:cNvSpPr/>
            <p:nvPr/>
          </p:nvSpPr>
          <p:spPr>
            <a:xfrm>
              <a:off x="3570285" y="2197330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C482913-F9C8-437D-A6FA-A6BF23FA9F1E}"/>
                </a:ext>
              </a:extLst>
            </p:cNvPr>
            <p:cNvSpPr txBox="1"/>
            <p:nvPr/>
          </p:nvSpPr>
          <p:spPr>
            <a:xfrm>
              <a:off x="3570285" y="1565844"/>
              <a:ext cx="1708160" cy="4001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eaLnBrk="1"/>
              <a:r>
                <a:rPr lang="zh-CN" altLang="en-US" sz="2000" b="1" spc="100" dirty="0">
                  <a:solidFill>
                    <a:schemeClr val="accent1"/>
                  </a:solidFill>
                </a:rPr>
                <a:t>这里是小标题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C1A201D-B558-4397-83C4-9CCCD60A7F6D}"/>
                </a:ext>
              </a:extLst>
            </p:cNvPr>
            <p:cNvSpPr txBox="1"/>
            <p:nvPr/>
          </p:nvSpPr>
          <p:spPr>
            <a:xfrm>
              <a:off x="3570286" y="2500706"/>
              <a:ext cx="2160000" cy="3383811"/>
            </a:xfrm>
            <a:prstGeom prst="rect">
              <a:avLst/>
            </a:prstGeom>
            <a:noFill/>
          </p:spPr>
          <p:txBody>
            <a:bodyPr wrap="square" lIns="0" rtlCol="0">
              <a:normAutofit/>
            </a:bodyPr>
            <a:lstStyle/>
            <a:p>
              <a:pPr algn="just" eaLnBrk="1">
                <a:lnSpc>
                  <a:spcPct val="150000"/>
                </a:lnSpc>
              </a:pPr>
              <a:r>
                <a:rPr lang="zh-CN" altLang="en-US" sz="1600" spc="100" dirty="0">
                  <a:latin typeface="+mn-ea"/>
                </a:rPr>
                <a:t>北京理工大学</a:t>
              </a:r>
              <a:r>
                <a:rPr lang="en-US" altLang="zh-CN" sz="1600" spc="100" dirty="0">
                  <a:latin typeface="+mn-ea"/>
                </a:rPr>
                <a:t>1940</a:t>
              </a:r>
              <a:r>
                <a:rPr lang="zh-CN" altLang="en-US" sz="1600" spc="100" dirty="0">
                  <a:latin typeface="+mn-ea"/>
                </a:rPr>
                <a:t>年诞生于延安，是中国共产党创办的第一所理工科大学，首批进入国家“</a:t>
              </a:r>
              <a:r>
                <a:rPr lang="en-US" altLang="zh-CN" sz="1600" spc="100" dirty="0">
                  <a:latin typeface="+mn-ea"/>
                </a:rPr>
                <a:t>211</a:t>
              </a:r>
              <a:r>
                <a:rPr lang="zh-CN" altLang="en-US" sz="1600" spc="100" dirty="0">
                  <a:latin typeface="+mn-ea"/>
                </a:rPr>
                <a:t>工程”和“</a:t>
              </a:r>
              <a:r>
                <a:rPr lang="en-US" altLang="zh-CN" sz="1600" spc="100" dirty="0">
                  <a:latin typeface="+mn-ea"/>
                </a:rPr>
                <a:t>985</a:t>
              </a:r>
              <a:r>
                <a:rPr lang="zh-CN" altLang="en-US" sz="1600" spc="100" dirty="0">
                  <a:latin typeface="+mn-ea"/>
                </a:rPr>
                <a:t>工程”，首批进入“世界一流大学”建设高校</a:t>
              </a:r>
              <a:r>
                <a:rPr lang="en-US" altLang="zh-CN" sz="1600" spc="100" dirty="0">
                  <a:latin typeface="+mn-ea"/>
                </a:rPr>
                <a:t>A</a:t>
              </a:r>
              <a:r>
                <a:rPr lang="zh-CN" altLang="en-US" sz="1600" spc="100" dirty="0">
                  <a:latin typeface="+mn-ea"/>
                </a:rPr>
                <a:t>类行列。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6B0E4E5-B3F9-4C6C-AEA4-61F66DF10313}"/>
              </a:ext>
            </a:extLst>
          </p:cNvPr>
          <p:cNvGrpSpPr/>
          <p:nvPr/>
        </p:nvGrpSpPr>
        <p:grpSpPr>
          <a:xfrm>
            <a:off x="6461713" y="1518219"/>
            <a:ext cx="2160001" cy="4318673"/>
            <a:chOff x="6461713" y="1565844"/>
            <a:chExt cx="2160001" cy="4318673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7245695-AE57-4991-AC99-5C33C7F0B011}"/>
                </a:ext>
              </a:extLst>
            </p:cNvPr>
            <p:cNvSpPr/>
            <p:nvPr/>
          </p:nvSpPr>
          <p:spPr>
            <a:xfrm>
              <a:off x="6461713" y="2197330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F9F0DA0-1BFE-4361-AD6B-595BEA1AB324}"/>
                </a:ext>
              </a:extLst>
            </p:cNvPr>
            <p:cNvSpPr txBox="1"/>
            <p:nvPr/>
          </p:nvSpPr>
          <p:spPr>
            <a:xfrm>
              <a:off x="6461713" y="1565844"/>
              <a:ext cx="1708160" cy="4001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eaLnBrk="1"/>
              <a:r>
                <a:rPr lang="zh-CN" altLang="en-US" sz="2000" b="1" spc="100" dirty="0">
                  <a:solidFill>
                    <a:schemeClr val="accent1"/>
                  </a:solidFill>
                </a:rPr>
                <a:t>这里是小标题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120430B-242D-44A1-8BA5-67FF66F1675B}"/>
                </a:ext>
              </a:extLst>
            </p:cNvPr>
            <p:cNvSpPr txBox="1"/>
            <p:nvPr/>
          </p:nvSpPr>
          <p:spPr>
            <a:xfrm>
              <a:off x="6461714" y="2500706"/>
              <a:ext cx="2160000" cy="3383811"/>
            </a:xfrm>
            <a:prstGeom prst="rect">
              <a:avLst/>
            </a:prstGeom>
            <a:noFill/>
          </p:spPr>
          <p:txBody>
            <a:bodyPr wrap="square" lIns="0" rtlCol="0">
              <a:normAutofit/>
            </a:bodyPr>
            <a:lstStyle/>
            <a:p>
              <a:pPr algn="just" eaLnBrk="1">
                <a:lnSpc>
                  <a:spcPct val="150000"/>
                </a:lnSpc>
              </a:pPr>
              <a:r>
                <a:rPr lang="zh-CN" altLang="en-US" sz="1600" spc="100" dirty="0">
                  <a:latin typeface="+mn-ea"/>
                </a:rPr>
                <a:t>北京理工大学</a:t>
              </a:r>
              <a:r>
                <a:rPr lang="en-US" altLang="zh-CN" sz="1600" spc="100" dirty="0">
                  <a:latin typeface="+mn-ea"/>
                </a:rPr>
                <a:t>1940</a:t>
              </a:r>
              <a:r>
                <a:rPr lang="zh-CN" altLang="en-US" sz="1600" spc="100" dirty="0">
                  <a:latin typeface="+mn-ea"/>
                </a:rPr>
                <a:t>年诞生于延安，是中国共产党创办的第一所理工科大学，首批进入国家“</a:t>
              </a:r>
              <a:r>
                <a:rPr lang="en-US" altLang="zh-CN" sz="1600" spc="100" dirty="0">
                  <a:latin typeface="+mn-ea"/>
                </a:rPr>
                <a:t>211</a:t>
              </a:r>
              <a:r>
                <a:rPr lang="zh-CN" altLang="en-US" sz="1600" spc="100" dirty="0">
                  <a:latin typeface="+mn-ea"/>
                </a:rPr>
                <a:t>工程”和“</a:t>
              </a:r>
              <a:r>
                <a:rPr lang="en-US" altLang="zh-CN" sz="1600" spc="100" dirty="0">
                  <a:latin typeface="+mn-ea"/>
                </a:rPr>
                <a:t>985</a:t>
              </a:r>
              <a:r>
                <a:rPr lang="zh-CN" altLang="en-US" sz="1600" spc="100" dirty="0">
                  <a:latin typeface="+mn-ea"/>
                </a:rPr>
                <a:t>工程”，首批进入“世界一流大学”建设高校</a:t>
              </a:r>
              <a:r>
                <a:rPr lang="en-US" altLang="zh-CN" sz="1600" spc="100" dirty="0">
                  <a:latin typeface="+mn-ea"/>
                </a:rPr>
                <a:t>A</a:t>
              </a:r>
              <a:r>
                <a:rPr lang="zh-CN" altLang="en-US" sz="1600" spc="100" dirty="0">
                  <a:latin typeface="+mn-ea"/>
                </a:rPr>
                <a:t>类行列。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16AC45E-442B-4F49-BBE7-3AA63B808C2C}"/>
              </a:ext>
            </a:extLst>
          </p:cNvPr>
          <p:cNvGrpSpPr/>
          <p:nvPr/>
        </p:nvGrpSpPr>
        <p:grpSpPr>
          <a:xfrm>
            <a:off x="9353141" y="1518219"/>
            <a:ext cx="2160001" cy="4318673"/>
            <a:chOff x="9353141" y="1565844"/>
            <a:chExt cx="2160001" cy="431867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89BC644-1DA4-4EFF-8D04-D62156F7F16A}"/>
                </a:ext>
              </a:extLst>
            </p:cNvPr>
            <p:cNvSpPr/>
            <p:nvPr/>
          </p:nvSpPr>
          <p:spPr>
            <a:xfrm>
              <a:off x="9353141" y="2197330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86785D3-3722-4B7F-92D0-13760E3F6EE9}"/>
                </a:ext>
              </a:extLst>
            </p:cNvPr>
            <p:cNvSpPr txBox="1"/>
            <p:nvPr/>
          </p:nvSpPr>
          <p:spPr>
            <a:xfrm>
              <a:off x="9353141" y="1565844"/>
              <a:ext cx="1708160" cy="400110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eaLnBrk="1"/>
              <a:r>
                <a:rPr lang="zh-CN" altLang="en-US" sz="2000" b="1" spc="100" dirty="0">
                  <a:solidFill>
                    <a:schemeClr val="accent1"/>
                  </a:solidFill>
                </a:rPr>
                <a:t>这里是小标题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F4C2F98-846F-4644-AF4B-B3BA8F7DD5EA}"/>
                </a:ext>
              </a:extLst>
            </p:cNvPr>
            <p:cNvSpPr txBox="1"/>
            <p:nvPr/>
          </p:nvSpPr>
          <p:spPr>
            <a:xfrm>
              <a:off x="9353142" y="2500706"/>
              <a:ext cx="2160000" cy="3383811"/>
            </a:xfrm>
            <a:prstGeom prst="rect">
              <a:avLst/>
            </a:prstGeom>
            <a:noFill/>
          </p:spPr>
          <p:txBody>
            <a:bodyPr wrap="square" lIns="0" rtlCol="0">
              <a:normAutofit/>
            </a:bodyPr>
            <a:lstStyle/>
            <a:p>
              <a:pPr algn="just" eaLnBrk="1">
                <a:lnSpc>
                  <a:spcPct val="150000"/>
                </a:lnSpc>
              </a:pPr>
              <a:r>
                <a:rPr lang="zh-CN" altLang="en-US" sz="1600" spc="100" dirty="0">
                  <a:latin typeface="+mn-ea"/>
                </a:rPr>
                <a:t>北京理工大学</a:t>
              </a:r>
              <a:r>
                <a:rPr lang="en-US" altLang="zh-CN" sz="1600" spc="100" dirty="0">
                  <a:latin typeface="+mn-ea"/>
                </a:rPr>
                <a:t>1940</a:t>
              </a:r>
              <a:r>
                <a:rPr lang="zh-CN" altLang="en-US" sz="1600" spc="100" dirty="0">
                  <a:latin typeface="+mn-ea"/>
                </a:rPr>
                <a:t>年诞生于延安，是中国共产党创办的第一所理工科大学，首批进入国家“</a:t>
              </a:r>
              <a:r>
                <a:rPr lang="en-US" altLang="zh-CN" sz="1600" spc="100" dirty="0">
                  <a:latin typeface="+mn-ea"/>
                </a:rPr>
                <a:t>211</a:t>
              </a:r>
              <a:r>
                <a:rPr lang="zh-CN" altLang="en-US" sz="1600" spc="100" dirty="0">
                  <a:latin typeface="+mn-ea"/>
                </a:rPr>
                <a:t>工程”和“</a:t>
              </a:r>
              <a:r>
                <a:rPr lang="en-US" altLang="zh-CN" sz="1600" spc="100" dirty="0">
                  <a:latin typeface="+mn-ea"/>
                </a:rPr>
                <a:t>985</a:t>
              </a:r>
              <a:r>
                <a:rPr lang="zh-CN" altLang="en-US" sz="1600" spc="100" dirty="0">
                  <a:latin typeface="+mn-ea"/>
                </a:rPr>
                <a:t>工程”，首批进入“世界一流大学”建设高校</a:t>
              </a:r>
              <a:r>
                <a:rPr lang="en-US" altLang="zh-CN" sz="1600" spc="100" dirty="0">
                  <a:latin typeface="+mn-ea"/>
                </a:rPr>
                <a:t>A</a:t>
              </a:r>
              <a:r>
                <a:rPr lang="zh-CN" altLang="en-US" sz="1600" spc="100" dirty="0">
                  <a:latin typeface="+mn-ea"/>
                </a:rPr>
                <a:t>类行列。</a:t>
              </a:r>
            </a:p>
          </p:txBody>
        </p:sp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/>
        </p:nvCxnSpPr>
        <p:spPr>
          <a:xfrm>
            <a:off x="3227985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285153C-CA81-4747-AAFF-6408B189053A}"/>
              </a:ext>
            </a:extLst>
          </p:cNvPr>
          <p:cNvCxnSpPr/>
          <p:nvPr/>
        </p:nvCxnSpPr>
        <p:spPr>
          <a:xfrm>
            <a:off x="6091989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10030D5-0BBA-4707-82EA-317E714EF78B}"/>
              </a:ext>
            </a:extLst>
          </p:cNvPr>
          <p:cNvCxnSpPr/>
          <p:nvPr/>
        </p:nvCxnSpPr>
        <p:spPr>
          <a:xfrm>
            <a:off x="8955992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9022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4378166" cy="857460"/>
            <a:chOff x="5588007" y="1590635"/>
            <a:chExt cx="4378166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3416320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>
                  <a:sym typeface="+mn-lt"/>
                </a:rPr>
                <a:t>研究内容与方法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latin typeface="Century Gothic" panose="020B0502020202020204" pitchFamily="34" charset="0"/>
                </a:rPr>
                <a:t>2</a:t>
              </a:r>
              <a:endParaRPr lang="zh-CN" altLang="en-US" sz="4000" b="1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883014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一段一图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A2DB49-A34F-415C-BDCB-6167DF90484C}"/>
              </a:ext>
            </a:extLst>
          </p:cNvPr>
          <p:cNvSpPr/>
          <p:nvPr/>
        </p:nvSpPr>
        <p:spPr>
          <a:xfrm>
            <a:off x="660400" y="1026788"/>
            <a:ext cx="10858500" cy="5003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23C30C-E821-4097-B27E-D8B1FA0FA6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5312645" y="1026788"/>
            <a:ext cx="6206255" cy="50037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83EB24E-FE0D-4498-8616-DAE4D7B97315}"/>
              </a:ext>
            </a:extLst>
          </p:cNvPr>
          <p:cNvSpPr txBox="1"/>
          <p:nvPr/>
        </p:nvSpPr>
        <p:spPr>
          <a:xfrm>
            <a:off x="1139788" y="1866432"/>
            <a:ext cx="3807349" cy="722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B6D056-BA36-4095-8BCC-5DBB420ACAD9}"/>
              </a:ext>
            </a:extLst>
          </p:cNvPr>
          <p:cNvSpPr txBox="1"/>
          <p:nvPr/>
        </p:nvSpPr>
        <p:spPr>
          <a:xfrm>
            <a:off x="1139789" y="2797274"/>
            <a:ext cx="3690136" cy="25206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这是图文介绍的一页，右面的图可以替换，把图删了然后单击插入图片，放入你所需要的图裁剪到合适的大小就可以了。图文要匹配，如果图片清晰无水印表意明确，将会更美观，感谢你阅读到了这里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DAE3BEC-0D40-461A-A5E2-07A3B7AD813B}"/>
              </a:ext>
            </a:extLst>
          </p:cNvPr>
          <p:cNvCxnSpPr>
            <a:cxnSpLocks/>
          </p:cNvCxnSpPr>
          <p:nvPr/>
        </p:nvCxnSpPr>
        <p:spPr>
          <a:xfrm>
            <a:off x="1121924" y="2661234"/>
            <a:ext cx="37080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71089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4378166" cy="857460"/>
            <a:chOff x="5588007" y="1590635"/>
            <a:chExt cx="4378166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3416320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>
                  <a:sym typeface="+mn-lt"/>
                </a:rPr>
                <a:t>实验结果与分析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latin typeface="Century Gothic" panose="020B0502020202020204" pitchFamily="34" charset="0"/>
                </a:rPr>
                <a:t>3</a:t>
              </a:r>
              <a:endParaRPr lang="zh-CN" altLang="en-US" sz="4000" b="1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36813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四段时间轴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512B7B-601D-497F-AA32-82848DBDF36A}"/>
              </a:ext>
            </a:extLst>
          </p:cNvPr>
          <p:cNvSpPr/>
          <p:nvPr/>
        </p:nvSpPr>
        <p:spPr>
          <a:xfrm>
            <a:off x="745392" y="1234412"/>
            <a:ext cx="2620107" cy="4644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BC8F23B-A4A9-499F-B708-B07DF0860A17}"/>
              </a:ext>
            </a:extLst>
          </p:cNvPr>
          <p:cNvCxnSpPr/>
          <p:nvPr/>
        </p:nvCxnSpPr>
        <p:spPr>
          <a:xfrm>
            <a:off x="660400" y="5944324"/>
            <a:ext cx="10858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46F54B2-AA33-4AC0-95A7-15991AD7F073}"/>
              </a:ext>
            </a:extLst>
          </p:cNvPr>
          <p:cNvCxnSpPr/>
          <p:nvPr/>
        </p:nvCxnSpPr>
        <p:spPr>
          <a:xfrm flipV="1">
            <a:off x="660400" y="1084217"/>
            <a:ext cx="0" cy="48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5F52328-0669-4724-9D75-8DFF0803504A}"/>
              </a:ext>
            </a:extLst>
          </p:cNvPr>
          <p:cNvSpPr/>
          <p:nvPr/>
        </p:nvSpPr>
        <p:spPr>
          <a:xfrm>
            <a:off x="3424114" y="1234412"/>
            <a:ext cx="2620107" cy="4644000"/>
          </a:xfrm>
          <a:prstGeom prst="rect">
            <a:avLst/>
          </a:pr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094091-8BDD-4433-B3FD-8B2F283D646F}"/>
              </a:ext>
            </a:extLst>
          </p:cNvPr>
          <p:cNvSpPr/>
          <p:nvPr/>
        </p:nvSpPr>
        <p:spPr>
          <a:xfrm>
            <a:off x="6102836" y="1234412"/>
            <a:ext cx="2620107" cy="4644000"/>
          </a:xfrm>
          <a:prstGeom prst="rect">
            <a:avLst/>
          </a:prstGeom>
          <a:solidFill>
            <a:schemeClr val="accent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8C54280-A2DE-4092-9763-C0C1B2D760D2}"/>
              </a:ext>
            </a:extLst>
          </p:cNvPr>
          <p:cNvSpPr/>
          <p:nvPr/>
        </p:nvSpPr>
        <p:spPr>
          <a:xfrm>
            <a:off x="8781557" y="1234412"/>
            <a:ext cx="2620107" cy="46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: 形状 12">
            <a:extLst>
              <a:ext uri="{FF2B5EF4-FFF2-40B4-BE49-F238E27FC236}">
                <a16:creationId xmlns:a16="http://schemas.microsoft.com/office/drawing/2014/main" id="{1EBD128D-EC9E-443A-96DC-AD9C6B4BBCB2}"/>
              </a:ext>
            </a:extLst>
          </p:cNvPr>
          <p:cNvSpPr/>
          <p:nvPr/>
        </p:nvSpPr>
        <p:spPr>
          <a:xfrm>
            <a:off x="703385" y="2483086"/>
            <a:ext cx="10785230" cy="2297723"/>
          </a:xfrm>
          <a:custGeom>
            <a:avLst/>
            <a:gdLst>
              <a:gd name="connsiteX0" fmla="*/ 0 w 6858000"/>
              <a:gd name="connsiteY0" fmla="*/ 2297723 h 2297723"/>
              <a:gd name="connsiteX1" fmla="*/ 1828800 w 6858000"/>
              <a:gd name="connsiteY1" fmla="*/ 1066800 h 2297723"/>
              <a:gd name="connsiteX2" fmla="*/ 4712677 w 6858000"/>
              <a:gd name="connsiteY2" fmla="*/ 1664676 h 2297723"/>
              <a:gd name="connsiteX3" fmla="*/ 6858000 w 6858000"/>
              <a:gd name="connsiteY3" fmla="*/ 0 h 2297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2297723">
                <a:moveTo>
                  <a:pt x="0" y="2297723"/>
                </a:moveTo>
                <a:cubicBezTo>
                  <a:pt x="521677" y="1735015"/>
                  <a:pt x="1043354" y="1172308"/>
                  <a:pt x="1828800" y="1066800"/>
                </a:cubicBezTo>
                <a:cubicBezTo>
                  <a:pt x="2614246" y="961292"/>
                  <a:pt x="3874477" y="1842476"/>
                  <a:pt x="4712677" y="1664676"/>
                </a:cubicBezTo>
                <a:cubicBezTo>
                  <a:pt x="5550877" y="1486876"/>
                  <a:pt x="6204438" y="743438"/>
                  <a:pt x="6858000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81A0BBE-B18F-47BC-8511-BA14930AC2E9}"/>
              </a:ext>
            </a:extLst>
          </p:cNvPr>
          <p:cNvSpPr txBox="1"/>
          <p:nvPr/>
        </p:nvSpPr>
        <p:spPr>
          <a:xfrm>
            <a:off x="921569" y="4822417"/>
            <a:ext cx="224137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</a:rPr>
              <a:t>前期调研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800" spc="300" dirty="0">
                <a:solidFill>
                  <a:schemeClr val="bg1"/>
                </a:solidFill>
                <a:latin typeface="+mn-ea"/>
              </a:rPr>
              <a:t>2019/01-2019/03</a:t>
            </a:r>
            <a:endParaRPr lang="zh-CN" altLang="en-US" sz="800" spc="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E1B553C-EF94-495C-9A39-767771FDECEA}"/>
              </a:ext>
            </a:extLst>
          </p:cNvPr>
          <p:cNvSpPr txBox="1"/>
          <p:nvPr/>
        </p:nvSpPr>
        <p:spPr>
          <a:xfrm>
            <a:off x="3613479" y="4822417"/>
            <a:ext cx="224137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文献研究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800" spc="300" dirty="0">
                <a:solidFill>
                  <a:schemeClr val="bg1"/>
                </a:solidFill>
                <a:latin typeface="+mn-ea"/>
              </a:rPr>
              <a:t>2019/04-2019/06</a:t>
            </a:r>
            <a:endParaRPr lang="zh-CN" altLang="en-US" sz="800" spc="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99A37A8-2D93-41DC-88AE-24284CD4776B}"/>
              </a:ext>
            </a:extLst>
          </p:cNvPr>
          <p:cNvSpPr txBox="1"/>
          <p:nvPr/>
        </p:nvSpPr>
        <p:spPr>
          <a:xfrm>
            <a:off x="6292201" y="4822417"/>
            <a:ext cx="224137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教学实践</a:t>
            </a:r>
            <a:r>
              <a:rPr lang="en-US" altLang="zh-CN" sz="800" spc="300" dirty="0">
                <a:solidFill>
                  <a:schemeClr val="bg1"/>
                </a:solidFill>
                <a:latin typeface="+mn-ea"/>
              </a:rPr>
              <a:t>2019/09-2019/11</a:t>
            </a:r>
            <a:endParaRPr lang="zh-CN" altLang="en-US" sz="800" spc="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6CAFFEB-9961-4EA4-973C-66D8924FCD27}"/>
              </a:ext>
            </a:extLst>
          </p:cNvPr>
          <p:cNvSpPr txBox="1"/>
          <p:nvPr/>
        </p:nvSpPr>
        <p:spPr>
          <a:xfrm>
            <a:off x="8970922" y="4822417"/>
            <a:ext cx="224137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分析总结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800" spc="300" dirty="0">
                <a:solidFill>
                  <a:schemeClr val="bg1"/>
                </a:solidFill>
                <a:latin typeface="+mn-ea"/>
              </a:rPr>
              <a:t>2019/12-2020/01</a:t>
            </a:r>
            <a:endParaRPr lang="zh-CN" altLang="en-US" sz="800" spc="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8E4D59B-4B21-4C6E-82BD-65E8FF60B6BC}"/>
              </a:ext>
            </a:extLst>
          </p:cNvPr>
          <p:cNvSpPr txBox="1"/>
          <p:nvPr/>
        </p:nvSpPr>
        <p:spPr>
          <a:xfrm>
            <a:off x="1015055" y="1471317"/>
            <a:ext cx="2080780" cy="78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spc="300" dirty="0">
                <a:solidFill>
                  <a:schemeClr val="bg1"/>
                </a:solidFill>
              </a:rPr>
              <a:t>这里输入一段文字，介绍这个阶段你做了什么，怎么做的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2C718DE-2C99-4837-87A2-07F58EA378E0}"/>
              </a:ext>
            </a:extLst>
          </p:cNvPr>
          <p:cNvSpPr txBox="1"/>
          <p:nvPr/>
        </p:nvSpPr>
        <p:spPr>
          <a:xfrm>
            <a:off x="3698628" y="1471317"/>
            <a:ext cx="2080780" cy="78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spc="300" dirty="0">
                <a:solidFill>
                  <a:schemeClr val="bg1"/>
                </a:solidFill>
              </a:rPr>
              <a:t>这里输入一段文字，介绍这个阶段你做了什么，怎么做的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B5120D7-B888-4D4F-8DDB-87C317DD2B34}"/>
              </a:ext>
            </a:extLst>
          </p:cNvPr>
          <p:cNvSpPr txBox="1"/>
          <p:nvPr/>
        </p:nvSpPr>
        <p:spPr>
          <a:xfrm>
            <a:off x="6372499" y="1471317"/>
            <a:ext cx="2080780" cy="78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spc="300" dirty="0">
                <a:solidFill>
                  <a:schemeClr val="bg1"/>
                </a:solidFill>
              </a:rPr>
              <a:t>这里输入一段文字，介绍这个阶段你做了什么，怎么做的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69F2D03-7CBF-40DA-B4DA-EAC0F738588E}"/>
              </a:ext>
            </a:extLst>
          </p:cNvPr>
          <p:cNvSpPr txBox="1"/>
          <p:nvPr/>
        </p:nvSpPr>
        <p:spPr>
          <a:xfrm>
            <a:off x="9049297" y="1471317"/>
            <a:ext cx="2080780" cy="78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spc="300" dirty="0">
                <a:solidFill>
                  <a:schemeClr val="bg1"/>
                </a:solidFill>
              </a:rPr>
              <a:t>这里输入一段文字，介绍这个阶段你做了什么，怎么做的</a:t>
            </a:r>
          </a:p>
        </p:txBody>
      </p:sp>
    </p:spTree>
    <p:extLst>
      <p:ext uri="{BB962C8B-B14F-4D97-AF65-F5344CB8AC3E}">
        <p14:creationId xmlns:p14="http://schemas.microsoft.com/office/powerpoint/2010/main" val="325839675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288627" y="3000270"/>
            <a:ext cx="3454836" cy="857460"/>
            <a:chOff x="5588007" y="1590635"/>
            <a:chExt cx="3454836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2492990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>
                  <a:sym typeface="+mn-lt"/>
                </a:rPr>
                <a:t>问题与讨论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latin typeface="Century Gothic" panose="020B0502020202020204" pitchFamily="34" charset="0"/>
                </a:rPr>
                <a:t>4</a:t>
              </a:r>
              <a:endParaRPr lang="zh-CN" altLang="en-US" sz="4000" b="1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877396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五段时间轴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BE1C98-D69E-4198-8080-8C3EC0C4A11B}"/>
              </a:ext>
            </a:extLst>
          </p:cNvPr>
          <p:cNvSpPr/>
          <p:nvPr/>
        </p:nvSpPr>
        <p:spPr>
          <a:xfrm>
            <a:off x="660400" y="1035414"/>
            <a:ext cx="10858500" cy="5003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5">
            <a:extLst>
              <a:ext uri="{FF2B5EF4-FFF2-40B4-BE49-F238E27FC236}">
                <a16:creationId xmlns:a16="http://schemas.microsoft.com/office/drawing/2014/main" id="{C7447A84-8FCE-492E-ABFD-D19DFC9C4ACC}"/>
              </a:ext>
            </a:extLst>
          </p:cNvPr>
          <p:cNvSpPr/>
          <p:nvPr/>
        </p:nvSpPr>
        <p:spPr>
          <a:xfrm>
            <a:off x="660401" y="2847607"/>
            <a:ext cx="10769599" cy="199292"/>
          </a:xfrm>
          <a:custGeom>
            <a:avLst/>
            <a:gdLst>
              <a:gd name="connsiteX0" fmla="*/ 0 w 9683261"/>
              <a:gd name="connsiteY0" fmla="*/ 211015 h 211015"/>
              <a:gd name="connsiteX1" fmla="*/ 9683261 w 9683261"/>
              <a:gd name="connsiteY1" fmla="*/ 211015 h 211015"/>
              <a:gd name="connsiteX2" fmla="*/ 9319846 w 9683261"/>
              <a:gd name="connsiteY2" fmla="*/ 0 h 211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83261" h="211015">
                <a:moveTo>
                  <a:pt x="0" y="211015"/>
                </a:moveTo>
                <a:lnTo>
                  <a:pt x="9683261" y="211015"/>
                </a:lnTo>
                <a:lnTo>
                  <a:pt x="9319846" y="0"/>
                </a:lnTo>
              </a:path>
            </a:pathLst>
          </a:cu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EC03B8C-AA0D-419C-B5FF-3BD1CC0B3A96}"/>
              </a:ext>
            </a:extLst>
          </p:cNvPr>
          <p:cNvSpPr/>
          <p:nvPr/>
        </p:nvSpPr>
        <p:spPr>
          <a:xfrm>
            <a:off x="1664680" y="2601422"/>
            <a:ext cx="914400" cy="9144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pc="300" dirty="0"/>
              <a:t>01</a:t>
            </a:r>
            <a:endParaRPr lang="zh-CN" altLang="en-US" spc="300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E206E47-54ED-441B-9BE1-DF699F86D91A}"/>
              </a:ext>
            </a:extLst>
          </p:cNvPr>
          <p:cNvSpPr/>
          <p:nvPr/>
        </p:nvSpPr>
        <p:spPr>
          <a:xfrm>
            <a:off x="3651740" y="2601422"/>
            <a:ext cx="914400" cy="9144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pc="300" dirty="0"/>
              <a:t>02</a:t>
            </a:r>
            <a:endParaRPr lang="zh-CN" altLang="en-US" spc="300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9F32620-BC6D-4AAD-B2EA-AF5F3E32D3AC}"/>
              </a:ext>
            </a:extLst>
          </p:cNvPr>
          <p:cNvSpPr/>
          <p:nvPr/>
        </p:nvSpPr>
        <p:spPr>
          <a:xfrm>
            <a:off x="5638800" y="2601422"/>
            <a:ext cx="914400" cy="9144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pc="300" dirty="0"/>
              <a:t>03</a:t>
            </a:r>
            <a:endParaRPr lang="zh-CN" altLang="en-US" spc="300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EAA1B52-CBF1-4015-82F0-3F8BB31780F2}"/>
              </a:ext>
            </a:extLst>
          </p:cNvPr>
          <p:cNvSpPr/>
          <p:nvPr/>
        </p:nvSpPr>
        <p:spPr>
          <a:xfrm>
            <a:off x="7625860" y="2601422"/>
            <a:ext cx="914400" cy="9144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pc="300" dirty="0"/>
              <a:t>04</a:t>
            </a:r>
            <a:endParaRPr lang="zh-CN" altLang="en-US" spc="300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BA2D12F-FB9D-4D98-BCCA-CCCB4FBD1B72}"/>
              </a:ext>
            </a:extLst>
          </p:cNvPr>
          <p:cNvSpPr/>
          <p:nvPr/>
        </p:nvSpPr>
        <p:spPr>
          <a:xfrm>
            <a:off x="9614334" y="2601422"/>
            <a:ext cx="914400" cy="9144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pc="300" dirty="0"/>
              <a:t>05</a:t>
            </a:r>
            <a:endParaRPr lang="zh-CN" altLang="en-US" spc="3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55AD509-2F33-419B-9476-4684F56BF68B}"/>
              </a:ext>
            </a:extLst>
          </p:cNvPr>
          <p:cNvSpPr txBox="1"/>
          <p:nvPr/>
        </p:nvSpPr>
        <p:spPr>
          <a:xfrm>
            <a:off x="1162410" y="1781960"/>
            <a:ext cx="1918939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现状调查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DD53B01-968A-473F-A0B6-DE60E56F4D49}"/>
              </a:ext>
            </a:extLst>
          </p:cNvPr>
          <p:cNvSpPr txBox="1"/>
          <p:nvPr/>
        </p:nvSpPr>
        <p:spPr>
          <a:xfrm>
            <a:off x="1138964" y="3961299"/>
            <a:ext cx="1918939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学生情况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老师情况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学校情况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教育部门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9110F6F-90A6-4C43-940A-43559437E9BF}"/>
              </a:ext>
            </a:extLst>
          </p:cNvPr>
          <p:cNvSpPr txBox="1"/>
          <p:nvPr/>
        </p:nvSpPr>
        <p:spPr>
          <a:xfrm>
            <a:off x="5138751" y="1781960"/>
            <a:ext cx="1918939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99A0B9-345A-4B16-ADDF-9D002B5871CD}"/>
              </a:ext>
            </a:extLst>
          </p:cNvPr>
          <p:cNvSpPr txBox="1"/>
          <p:nvPr/>
        </p:nvSpPr>
        <p:spPr>
          <a:xfrm>
            <a:off x="7136629" y="1781960"/>
            <a:ext cx="1918939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教学实践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0C74E22-670C-4A73-8B0D-95289608290F}"/>
              </a:ext>
            </a:extLst>
          </p:cNvPr>
          <p:cNvSpPr txBox="1"/>
          <p:nvPr/>
        </p:nvSpPr>
        <p:spPr>
          <a:xfrm>
            <a:off x="9112065" y="1781960"/>
            <a:ext cx="1918939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反思提升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E0283E2-F76D-4960-BEF7-BAC8030BF795}"/>
              </a:ext>
            </a:extLst>
          </p:cNvPr>
          <p:cNvSpPr txBox="1"/>
          <p:nvPr/>
        </p:nvSpPr>
        <p:spPr>
          <a:xfrm>
            <a:off x="3149470" y="3961299"/>
            <a:ext cx="1918939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七年级上册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语文二单元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项目学习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共</a:t>
            </a:r>
            <a:r>
              <a:rPr lang="en-US" altLang="zh-CN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16</a:t>
            </a: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课时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56286A3-4399-43AB-83AB-2EC0D1CFEBC7}"/>
              </a:ext>
            </a:extLst>
          </p:cNvPr>
          <p:cNvSpPr txBox="1"/>
          <p:nvPr/>
        </p:nvSpPr>
        <p:spPr>
          <a:xfrm>
            <a:off x="5142625" y="3961299"/>
            <a:ext cx="1918939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学生人数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男女比例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实验对照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还有什么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BC70971-BC25-4B7F-8456-F886BE8555B0}"/>
              </a:ext>
            </a:extLst>
          </p:cNvPr>
          <p:cNvSpPr txBox="1"/>
          <p:nvPr/>
        </p:nvSpPr>
        <p:spPr>
          <a:xfrm>
            <a:off x="7117024" y="3961299"/>
            <a:ext cx="1918939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资料准备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反复磨课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上课试讲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收集数据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49A7B12-CB39-43C5-8AB3-F1EE4A1570DA}"/>
              </a:ext>
            </a:extLst>
          </p:cNvPr>
          <p:cNvSpPr txBox="1"/>
          <p:nvPr/>
        </p:nvSpPr>
        <p:spPr>
          <a:xfrm>
            <a:off x="9112065" y="3961299"/>
            <a:ext cx="1918939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教学反思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说课汇报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改进教学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6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再次试讲</a:t>
            </a:r>
            <a:endParaRPr lang="en-US" altLang="zh-CN" sz="16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B27D5C7-61A2-4D9E-B474-30E6B8659165}"/>
              </a:ext>
            </a:extLst>
          </p:cNvPr>
          <p:cNvSpPr txBox="1"/>
          <p:nvPr/>
        </p:nvSpPr>
        <p:spPr>
          <a:xfrm>
            <a:off x="3158976" y="1781960"/>
            <a:ext cx="1918939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C8B936F-6B64-426C-A55B-5C3E34BA53BA}"/>
              </a:ext>
            </a:extLst>
          </p:cNvPr>
          <p:cNvCxnSpPr/>
          <p:nvPr/>
        </p:nvCxnSpPr>
        <p:spPr>
          <a:xfrm>
            <a:off x="1833742" y="5698386"/>
            <a:ext cx="504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C8B936F-6B64-426C-A55B-5C3E34BA53BA}"/>
              </a:ext>
            </a:extLst>
          </p:cNvPr>
          <p:cNvCxnSpPr/>
          <p:nvPr/>
        </p:nvCxnSpPr>
        <p:spPr>
          <a:xfrm>
            <a:off x="3833230" y="5698386"/>
            <a:ext cx="504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C8B936F-6B64-426C-A55B-5C3E34BA53BA}"/>
              </a:ext>
            </a:extLst>
          </p:cNvPr>
          <p:cNvCxnSpPr/>
          <p:nvPr/>
        </p:nvCxnSpPr>
        <p:spPr>
          <a:xfrm>
            <a:off x="5844000" y="5698386"/>
            <a:ext cx="504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4C8B936F-6B64-426C-A55B-5C3E34BA53BA}"/>
              </a:ext>
            </a:extLst>
          </p:cNvPr>
          <p:cNvCxnSpPr/>
          <p:nvPr/>
        </p:nvCxnSpPr>
        <p:spPr>
          <a:xfrm>
            <a:off x="7843488" y="5698386"/>
            <a:ext cx="504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C8B936F-6B64-426C-A55B-5C3E34BA53BA}"/>
              </a:ext>
            </a:extLst>
          </p:cNvPr>
          <p:cNvCxnSpPr/>
          <p:nvPr/>
        </p:nvCxnSpPr>
        <p:spPr>
          <a:xfrm>
            <a:off x="9818592" y="5698386"/>
            <a:ext cx="504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31277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288627" y="3000270"/>
            <a:ext cx="3454836" cy="857460"/>
            <a:chOff x="5588007" y="1590635"/>
            <a:chExt cx="3454836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2492990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>
                  <a:sym typeface="+mn-lt"/>
                </a:rPr>
                <a:t>总结与展望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000" b="1" dirty="0">
                  <a:latin typeface="Century Gothic" panose="020B0502020202020204" pitchFamily="34" charset="0"/>
                </a:rPr>
                <a:t>5</a:t>
              </a:r>
              <a:endParaRPr lang="zh-CN" altLang="en-US" sz="4000" b="1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93230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框架图示例</a:t>
            </a:r>
          </a:p>
        </p:txBody>
      </p:sp>
      <p:sp>
        <p:nvSpPr>
          <p:cNvPr id="24" name="矩形: 圆角 2">
            <a:extLst>
              <a:ext uri="{FF2B5EF4-FFF2-40B4-BE49-F238E27FC236}">
                <a16:creationId xmlns:a16="http://schemas.microsoft.com/office/drawing/2014/main" id="{50ADE8C3-1A02-4351-88CF-0CB8A5AD8AE4}"/>
              </a:ext>
            </a:extLst>
          </p:cNvPr>
          <p:cNvSpPr/>
          <p:nvPr/>
        </p:nvSpPr>
        <p:spPr>
          <a:xfrm>
            <a:off x="4863884" y="1358285"/>
            <a:ext cx="2464231" cy="5232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插入一个标题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5BF18F6E-B8EF-49C9-846F-2105F7B6E4DD}"/>
              </a:ext>
            </a:extLst>
          </p:cNvPr>
          <p:cNvSpPr/>
          <p:nvPr/>
        </p:nvSpPr>
        <p:spPr>
          <a:xfrm>
            <a:off x="2643082" y="2691075"/>
            <a:ext cx="576000" cy="57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CC75EAF6-E3FD-4E14-B497-A715D4A371F8}"/>
              </a:ext>
            </a:extLst>
          </p:cNvPr>
          <p:cNvSpPr/>
          <p:nvPr/>
        </p:nvSpPr>
        <p:spPr>
          <a:xfrm>
            <a:off x="5807999" y="2691075"/>
            <a:ext cx="576000" cy="57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2E1142B9-7727-491D-B839-61EB206CFED7}"/>
              </a:ext>
            </a:extLst>
          </p:cNvPr>
          <p:cNvSpPr/>
          <p:nvPr/>
        </p:nvSpPr>
        <p:spPr>
          <a:xfrm>
            <a:off x="9004015" y="2691075"/>
            <a:ext cx="576000" cy="57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9DE28DF-0658-49D7-A131-74E48401E150}"/>
              </a:ext>
            </a:extLst>
          </p:cNvPr>
          <p:cNvSpPr/>
          <p:nvPr/>
        </p:nvSpPr>
        <p:spPr>
          <a:xfrm>
            <a:off x="1140849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FF854EE-A4F4-465F-B81F-4FABCC94EDC0}"/>
              </a:ext>
            </a:extLst>
          </p:cNvPr>
          <p:cNvSpPr txBox="1"/>
          <p:nvPr/>
        </p:nvSpPr>
        <p:spPr>
          <a:xfrm>
            <a:off x="5984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关于这个节点一些简短说明</a:t>
            </a:r>
            <a:endParaRPr lang="en-US" altLang="zh-CN" sz="16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653DD437-3B2A-43CE-9D6E-2B1D321EFAE8}"/>
              </a:ext>
            </a:extLst>
          </p:cNvPr>
          <p:cNvSpPr/>
          <p:nvPr/>
        </p:nvSpPr>
        <p:spPr>
          <a:xfrm>
            <a:off x="4314915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6BBD096-CBA9-411D-909E-01539BE5FD86}"/>
              </a:ext>
            </a:extLst>
          </p:cNvPr>
          <p:cNvSpPr txBox="1"/>
          <p:nvPr/>
        </p:nvSpPr>
        <p:spPr>
          <a:xfrm>
            <a:off x="3772475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关于这个节点一些简短说明</a:t>
            </a:r>
            <a:endParaRPr lang="en-US" altLang="zh-CN" sz="16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DD9D7802-001E-4B08-9136-5982C4F4DF71}"/>
              </a:ext>
            </a:extLst>
          </p:cNvPr>
          <p:cNvSpPr/>
          <p:nvPr/>
        </p:nvSpPr>
        <p:spPr>
          <a:xfrm>
            <a:off x="5901949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6EA61F5-F993-42CB-A038-0C3C877CDF60}"/>
              </a:ext>
            </a:extLst>
          </p:cNvPr>
          <p:cNvSpPr txBox="1"/>
          <p:nvPr/>
        </p:nvSpPr>
        <p:spPr>
          <a:xfrm>
            <a:off x="5359509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关于这个节点一些简短说明</a:t>
            </a:r>
            <a:endParaRPr lang="en-US" altLang="zh-CN" sz="16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A7D27CCC-2404-4ED8-BAE0-573A38279BEE}"/>
              </a:ext>
            </a:extLst>
          </p:cNvPr>
          <p:cNvSpPr/>
          <p:nvPr/>
        </p:nvSpPr>
        <p:spPr>
          <a:xfrm>
            <a:off x="7488982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699F4E4-2EDE-4149-999D-D74E7DB6D7B0}"/>
              </a:ext>
            </a:extLst>
          </p:cNvPr>
          <p:cNvSpPr txBox="1"/>
          <p:nvPr/>
        </p:nvSpPr>
        <p:spPr>
          <a:xfrm>
            <a:off x="6946542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关于这个节点一些简短说明</a:t>
            </a:r>
            <a:endParaRPr lang="en-US" altLang="zh-CN" sz="16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F155511-9DE1-4600-8610-C0C4C11F36DE}"/>
              </a:ext>
            </a:extLst>
          </p:cNvPr>
          <p:cNvSpPr/>
          <p:nvPr/>
        </p:nvSpPr>
        <p:spPr>
          <a:xfrm>
            <a:off x="9076015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5246352-2F62-4C63-9A90-47B35273D954}"/>
              </a:ext>
            </a:extLst>
          </p:cNvPr>
          <p:cNvSpPr txBox="1"/>
          <p:nvPr/>
        </p:nvSpPr>
        <p:spPr>
          <a:xfrm>
            <a:off x="8533575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关于这个节点一些简短说明</a:t>
            </a:r>
            <a:endParaRPr lang="en-US" altLang="zh-CN" sz="16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BA9EA683-EDCB-4D9C-B6C7-AF2D85114080}"/>
              </a:ext>
            </a:extLst>
          </p:cNvPr>
          <p:cNvSpPr/>
          <p:nvPr/>
        </p:nvSpPr>
        <p:spPr>
          <a:xfrm>
            <a:off x="10663050" y="4379077"/>
            <a:ext cx="432000" cy="432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64D5AD-CC78-4AD8-AEB2-8A3CD29ABFC0}"/>
              </a:ext>
            </a:extLst>
          </p:cNvPr>
          <p:cNvSpPr txBox="1"/>
          <p:nvPr/>
        </p:nvSpPr>
        <p:spPr>
          <a:xfrm>
            <a:off x="10120610" y="4976083"/>
            <a:ext cx="1491280" cy="1008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关于这个节点一些简短说明</a:t>
            </a:r>
            <a:endParaRPr lang="en-US" altLang="zh-CN" sz="16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D359F57-E8E2-4410-B52D-34CB74007892}"/>
              </a:ext>
            </a:extLst>
          </p:cNvPr>
          <p:cNvSpPr txBox="1"/>
          <p:nvPr/>
        </p:nvSpPr>
        <p:spPr>
          <a:xfrm>
            <a:off x="2197548" y="332451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</a:rPr>
              <a:t>插入小标题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53454A-5355-4E17-98BD-8757A8DE523E}"/>
              </a:ext>
            </a:extLst>
          </p:cNvPr>
          <p:cNvSpPr txBox="1"/>
          <p:nvPr/>
        </p:nvSpPr>
        <p:spPr>
          <a:xfrm>
            <a:off x="5371615" y="332451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</a:rPr>
              <a:t>插入小标题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1B55E32-7C16-4D40-B9BB-982C2BC971EF}"/>
              </a:ext>
            </a:extLst>
          </p:cNvPr>
          <p:cNvSpPr txBox="1"/>
          <p:nvPr/>
        </p:nvSpPr>
        <p:spPr>
          <a:xfrm>
            <a:off x="8545682" y="332451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</a:rPr>
              <a:t>插入小标题</a:t>
            </a:r>
          </a:p>
        </p:txBody>
      </p:sp>
      <p:sp>
        <p:nvSpPr>
          <p:cNvPr id="64" name="右大括号 63">
            <a:extLst>
              <a:ext uri="{FF2B5EF4-FFF2-40B4-BE49-F238E27FC236}">
                <a16:creationId xmlns:a16="http://schemas.microsoft.com/office/drawing/2014/main" id="{3C46E8C4-55A6-4F28-B427-37B7DEB5DF65}"/>
              </a:ext>
            </a:extLst>
          </p:cNvPr>
          <p:cNvSpPr/>
          <p:nvPr/>
        </p:nvSpPr>
        <p:spPr>
          <a:xfrm rot="16200000">
            <a:off x="2750111" y="2438676"/>
            <a:ext cx="369332" cy="3181456"/>
          </a:xfrm>
          <a:prstGeom prst="rightBrace">
            <a:avLst>
              <a:gd name="adj1" fmla="val 5000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右大括号 64">
            <a:extLst>
              <a:ext uri="{FF2B5EF4-FFF2-40B4-BE49-F238E27FC236}">
                <a16:creationId xmlns:a16="http://schemas.microsoft.com/office/drawing/2014/main" id="{779E5FFE-A5CB-427F-9C34-27696634C722}"/>
              </a:ext>
            </a:extLst>
          </p:cNvPr>
          <p:cNvSpPr/>
          <p:nvPr/>
        </p:nvSpPr>
        <p:spPr>
          <a:xfrm rot="16200000">
            <a:off x="9072557" y="2438676"/>
            <a:ext cx="369332" cy="3181456"/>
          </a:xfrm>
          <a:prstGeom prst="rightBrace">
            <a:avLst>
              <a:gd name="adj1" fmla="val 5000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3289139-3C6C-4B1D-83C2-FE7EE81CDF18}"/>
              </a:ext>
            </a:extLst>
          </p:cNvPr>
          <p:cNvCxnSpPr/>
          <p:nvPr/>
        </p:nvCxnSpPr>
        <p:spPr>
          <a:xfrm>
            <a:off x="6106026" y="3782744"/>
            <a:ext cx="0" cy="43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右大括号 66">
            <a:extLst>
              <a:ext uri="{FF2B5EF4-FFF2-40B4-BE49-F238E27FC236}">
                <a16:creationId xmlns:a16="http://schemas.microsoft.com/office/drawing/2014/main" id="{59B9CFA1-05E2-4198-8DC4-88D701F9378E}"/>
              </a:ext>
            </a:extLst>
          </p:cNvPr>
          <p:cNvSpPr/>
          <p:nvPr/>
        </p:nvSpPr>
        <p:spPr>
          <a:xfrm rot="16200000">
            <a:off x="5921360" y="-828919"/>
            <a:ext cx="369332" cy="6340642"/>
          </a:xfrm>
          <a:prstGeom prst="rightBrace">
            <a:avLst>
              <a:gd name="adj1" fmla="val 50000"/>
              <a:gd name="adj2" fmla="val 50000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B703193-1E53-4C70-94D3-14FD006A533E}"/>
              </a:ext>
            </a:extLst>
          </p:cNvPr>
          <p:cNvCxnSpPr/>
          <p:nvPr/>
        </p:nvCxnSpPr>
        <p:spPr>
          <a:xfrm>
            <a:off x="6106026" y="2094068"/>
            <a:ext cx="0" cy="43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growth_304631">
            <a:extLst>
              <a:ext uri="{FF2B5EF4-FFF2-40B4-BE49-F238E27FC236}">
                <a16:creationId xmlns:a16="http://schemas.microsoft.com/office/drawing/2014/main" id="{5B26E170-25D9-4A66-8633-4E39F0141D9A}"/>
              </a:ext>
            </a:extLst>
          </p:cNvPr>
          <p:cNvSpPr>
            <a:spLocks noChangeAspect="1"/>
          </p:cNvSpPr>
          <p:nvPr/>
        </p:nvSpPr>
        <p:spPr bwMode="auto">
          <a:xfrm>
            <a:off x="2735118" y="2864173"/>
            <a:ext cx="391928" cy="229804"/>
          </a:xfrm>
          <a:custGeom>
            <a:avLst/>
            <a:gdLst>
              <a:gd name="T0" fmla="*/ 263525 w 607614"/>
              <a:gd name="T1" fmla="*/ 263525 w 607614"/>
              <a:gd name="T2" fmla="*/ 485433 h 606761"/>
              <a:gd name="T3" fmla="*/ 485433 h 606761"/>
              <a:gd name="T4" fmla="*/ 485433 h 606761"/>
              <a:gd name="T5" fmla="*/ 485433 h 606761"/>
              <a:gd name="T6" fmla="*/ 485433 h 606761"/>
              <a:gd name="T7" fmla="*/ 485433 h 606761"/>
              <a:gd name="T8" fmla="*/ 485433 h 606761"/>
              <a:gd name="T9" fmla="*/ 485433 h 606761"/>
              <a:gd name="T10" fmla="*/ 485433 h 606761"/>
              <a:gd name="T11" fmla="*/ 485433 h 606761"/>
              <a:gd name="T12" fmla="*/ 485433 h 606761"/>
              <a:gd name="T13" fmla="*/ 485433 h 606761"/>
              <a:gd name="T14" fmla="*/ 485433 h 606761"/>
              <a:gd name="T15" fmla="*/ 485433 h 606761"/>
              <a:gd name="T16" fmla="*/ 485433 h 606761"/>
              <a:gd name="T17" fmla="*/ 485433 h 606761"/>
              <a:gd name="T18" fmla="*/ 485433 h 606761"/>
              <a:gd name="T19" fmla="*/ 485433 h 606761"/>
              <a:gd name="T20" fmla="*/ 485433 h 606761"/>
              <a:gd name="T21" fmla="*/ 485433 h 606761"/>
              <a:gd name="T22" fmla="*/ 485433 h 606761"/>
              <a:gd name="T23" fmla="*/ 485433 h 606761"/>
              <a:gd name="T24" fmla="*/ 485433 h 606761"/>
              <a:gd name="T25" fmla="*/ 485433 h 606761"/>
              <a:gd name="T26" fmla="*/ 485433 h 606761"/>
              <a:gd name="T27" fmla="*/ 485433 h 606761"/>
              <a:gd name="T28" fmla="*/ 485433 h 606761"/>
              <a:gd name="T29" fmla="*/ 485433 h 606761"/>
              <a:gd name="T30" fmla="*/ 485433 h 606761"/>
              <a:gd name="T31" fmla="*/ 485433 h 606761"/>
              <a:gd name="T32" fmla="*/ 485433 h 606761"/>
              <a:gd name="T33" fmla="*/ 485433 h 606761"/>
              <a:gd name="T34" fmla="*/ 485433 h 606761"/>
              <a:gd name="T35" fmla="*/ 485433 h 606761"/>
              <a:gd name="T36" fmla="*/ 485433 h 606761"/>
              <a:gd name="T37" fmla="*/ 485433 h 606761"/>
              <a:gd name="T38" fmla="*/ 485433 h 606761"/>
              <a:gd name="T39" fmla="*/ 485433 h 606761"/>
              <a:gd name="T40" fmla="*/ 485433 h 606761"/>
              <a:gd name="T41" fmla="*/ 485433 h 606761"/>
              <a:gd name="T42" fmla="*/ 485433 h 606761"/>
              <a:gd name="T43" fmla="*/ 485433 h 606761"/>
              <a:gd name="T44" fmla="*/ 485433 h 606761"/>
              <a:gd name="T45" fmla="*/ 485433 h 606761"/>
              <a:gd name="T46" fmla="*/ 485433 h 606761"/>
              <a:gd name="T47" fmla="*/ 485433 h 606761"/>
              <a:gd name="T48" fmla="*/ 485433 h 606761"/>
              <a:gd name="T49" fmla="*/ 485433 h 606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827" h="4009">
                <a:moveTo>
                  <a:pt x="6028" y="0"/>
                </a:moveTo>
                <a:cubicBezTo>
                  <a:pt x="5587" y="0"/>
                  <a:pt x="5229" y="358"/>
                  <a:pt x="5229" y="799"/>
                </a:cubicBezTo>
                <a:cubicBezTo>
                  <a:pt x="5229" y="985"/>
                  <a:pt x="5293" y="1157"/>
                  <a:pt x="5401" y="1293"/>
                </a:cubicBezTo>
                <a:lnTo>
                  <a:pt x="4559" y="2460"/>
                </a:lnTo>
                <a:cubicBezTo>
                  <a:pt x="4387" y="2396"/>
                  <a:pt x="4191" y="2393"/>
                  <a:pt x="4010" y="2460"/>
                </a:cubicBezTo>
                <a:lnTo>
                  <a:pt x="3169" y="1293"/>
                </a:lnTo>
                <a:cubicBezTo>
                  <a:pt x="3276" y="1157"/>
                  <a:pt x="3341" y="985"/>
                  <a:pt x="3341" y="799"/>
                </a:cubicBezTo>
                <a:cubicBezTo>
                  <a:pt x="3341" y="358"/>
                  <a:pt x="2982" y="0"/>
                  <a:pt x="2542" y="0"/>
                </a:cubicBezTo>
                <a:cubicBezTo>
                  <a:pt x="2101" y="0"/>
                  <a:pt x="1743" y="358"/>
                  <a:pt x="1743" y="799"/>
                </a:cubicBezTo>
                <a:cubicBezTo>
                  <a:pt x="1743" y="985"/>
                  <a:pt x="1807" y="1157"/>
                  <a:pt x="1915" y="1293"/>
                </a:cubicBezTo>
                <a:lnTo>
                  <a:pt x="1073" y="2460"/>
                </a:lnTo>
                <a:cubicBezTo>
                  <a:pt x="554" y="2269"/>
                  <a:pt x="0" y="2656"/>
                  <a:pt x="0" y="3210"/>
                </a:cubicBezTo>
                <a:cubicBezTo>
                  <a:pt x="0" y="3650"/>
                  <a:pt x="358" y="4009"/>
                  <a:pt x="799" y="4009"/>
                </a:cubicBezTo>
                <a:cubicBezTo>
                  <a:pt x="1239" y="4009"/>
                  <a:pt x="1598" y="3650"/>
                  <a:pt x="1598" y="3210"/>
                </a:cubicBezTo>
                <a:cubicBezTo>
                  <a:pt x="1598" y="3023"/>
                  <a:pt x="1533" y="2852"/>
                  <a:pt x="1426" y="2716"/>
                </a:cubicBezTo>
                <a:lnTo>
                  <a:pt x="2267" y="1549"/>
                </a:lnTo>
                <a:cubicBezTo>
                  <a:pt x="2439" y="1612"/>
                  <a:pt x="2635" y="1615"/>
                  <a:pt x="2816" y="1549"/>
                </a:cubicBezTo>
                <a:lnTo>
                  <a:pt x="3658" y="2716"/>
                </a:lnTo>
                <a:cubicBezTo>
                  <a:pt x="3550" y="2852"/>
                  <a:pt x="3486" y="3023"/>
                  <a:pt x="3486" y="3210"/>
                </a:cubicBezTo>
                <a:cubicBezTo>
                  <a:pt x="3486" y="3650"/>
                  <a:pt x="3844" y="4009"/>
                  <a:pt x="4285" y="4009"/>
                </a:cubicBezTo>
                <a:cubicBezTo>
                  <a:pt x="4725" y="4009"/>
                  <a:pt x="5084" y="3650"/>
                  <a:pt x="5084" y="3210"/>
                </a:cubicBezTo>
                <a:cubicBezTo>
                  <a:pt x="5084" y="3023"/>
                  <a:pt x="5019" y="2852"/>
                  <a:pt x="4912" y="2716"/>
                </a:cubicBezTo>
                <a:lnTo>
                  <a:pt x="5753" y="1549"/>
                </a:lnTo>
                <a:cubicBezTo>
                  <a:pt x="6273" y="1740"/>
                  <a:pt x="6827" y="1353"/>
                  <a:pt x="6827" y="799"/>
                </a:cubicBezTo>
                <a:cubicBezTo>
                  <a:pt x="6827" y="358"/>
                  <a:pt x="6468" y="0"/>
                  <a:pt x="60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0" name="volume-bars_84227">
            <a:extLst>
              <a:ext uri="{FF2B5EF4-FFF2-40B4-BE49-F238E27FC236}">
                <a16:creationId xmlns:a16="http://schemas.microsoft.com/office/drawing/2014/main" id="{98F83837-A7B7-4032-8D40-0B717A68A44D}"/>
              </a:ext>
            </a:extLst>
          </p:cNvPr>
          <p:cNvSpPr>
            <a:spLocks noChangeAspect="1"/>
          </p:cNvSpPr>
          <p:nvPr/>
        </p:nvSpPr>
        <p:spPr bwMode="auto">
          <a:xfrm>
            <a:off x="5952728" y="2859384"/>
            <a:ext cx="304842" cy="239382"/>
          </a:xfrm>
          <a:custGeom>
            <a:avLst/>
            <a:gdLst>
              <a:gd name="connsiteX0" fmla="*/ 187043 w 606298"/>
              <a:gd name="connsiteY0" fmla="*/ 364682 h 476105"/>
              <a:gd name="connsiteX1" fmla="*/ 307528 w 606298"/>
              <a:gd name="connsiteY1" fmla="*/ 364682 h 476105"/>
              <a:gd name="connsiteX2" fmla="*/ 325320 w 606298"/>
              <a:gd name="connsiteY2" fmla="*/ 382440 h 476105"/>
              <a:gd name="connsiteX3" fmla="*/ 325320 w 606298"/>
              <a:gd name="connsiteY3" fmla="*/ 389984 h 476105"/>
              <a:gd name="connsiteX4" fmla="*/ 575785 w 606298"/>
              <a:gd name="connsiteY4" fmla="*/ 389984 h 476105"/>
              <a:gd name="connsiteX5" fmla="*/ 606298 w 606298"/>
              <a:gd name="connsiteY5" fmla="*/ 420440 h 476105"/>
              <a:gd name="connsiteX6" fmla="*/ 575785 w 606298"/>
              <a:gd name="connsiteY6" fmla="*/ 450803 h 476105"/>
              <a:gd name="connsiteX7" fmla="*/ 325320 w 606298"/>
              <a:gd name="connsiteY7" fmla="*/ 450803 h 476105"/>
              <a:gd name="connsiteX8" fmla="*/ 325320 w 606298"/>
              <a:gd name="connsiteY8" fmla="*/ 458347 h 476105"/>
              <a:gd name="connsiteX9" fmla="*/ 307528 w 606298"/>
              <a:gd name="connsiteY9" fmla="*/ 476105 h 476105"/>
              <a:gd name="connsiteX10" fmla="*/ 187043 w 606298"/>
              <a:gd name="connsiteY10" fmla="*/ 476105 h 476105"/>
              <a:gd name="connsiteX11" fmla="*/ 169343 w 606298"/>
              <a:gd name="connsiteY11" fmla="*/ 458347 h 476105"/>
              <a:gd name="connsiteX12" fmla="*/ 169343 w 606298"/>
              <a:gd name="connsiteY12" fmla="*/ 450803 h 476105"/>
              <a:gd name="connsiteX13" fmla="*/ 30421 w 606298"/>
              <a:gd name="connsiteY13" fmla="*/ 450803 h 476105"/>
              <a:gd name="connsiteX14" fmla="*/ 0 w 606298"/>
              <a:gd name="connsiteY14" fmla="*/ 420440 h 476105"/>
              <a:gd name="connsiteX15" fmla="*/ 30421 w 606298"/>
              <a:gd name="connsiteY15" fmla="*/ 389984 h 476105"/>
              <a:gd name="connsiteX16" fmla="*/ 169343 w 606298"/>
              <a:gd name="connsiteY16" fmla="*/ 389984 h 476105"/>
              <a:gd name="connsiteX17" fmla="*/ 169343 w 606298"/>
              <a:gd name="connsiteY17" fmla="*/ 382440 h 476105"/>
              <a:gd name="connsiteX18" fmla="*/ 187043 w 606298"/>
              <a:gd name="connsiteY18" fmla="*/ 364682 h 476105"/>
              <a:gd name="connsiteX19" fmla="*/ 322185 w 606298"/>
              <a:gd name="connsiteY19" fmla="*/ 182341 h 476105"/>
              <a:gd name="connsiteX20" fmla="*/ 442671 w 606298"/>
              <a:gd name="connsiteY20" fmla="*/ 182341 h 476105"/>
              <a:gd name="connsiteX21" fmla="*/ 460370 w 606298"/>
              <a:gd name="connsiteY21" fmla="*/ 200099 h 476105"/>
              <a:gd name="connsiteX22" fmla="*/ 460370 w 606298"/>
              <a:gd name="connsiteY22" fmla="*/ 207643 h 476105"/>
              <a:gd name="connsiteX23" fmla="*/ 575785 w 606298"/>
              <a:gd name="connsiteY23" fmla="*/ 207643 h 476105"/>
              <a:gd name="connsiteX24" fmla="*/ 606298 w 606298"/>
              <a:gd name="connsiteY24" fmla="*/ 238006 h 476105"/>
              <a:gd name="connsiteX25" fmla="*/ 575785 w 606298"/>
              <a:gd name="connsiteY25" fmla="*/ 268369 h 476105"/>
              <a:gd name="connsiteX26" fmla="*/ 460370 w 606298"/>
              <a:gd name="connsiteY26" fmla="*/ 268369 h 476105"/>
              <a:gd name="connsiteX27" fmla="*/ 460370 w 606298"/>
              <a:gd name="connsiteY27" fmla="*/ 276006 h 476105"/>
              <a:gd name="connsiteX28" fmla="*/ 442671 w 606298"/>
              <a:gd name="connsiteY28" fmla="*/ 293764 h 476105"/>
              <a:gd name="connsiteX29" fmla="*/ 322185 w 606298"/>
              <a:gd name="connsiteY29" fmla="*/ 293764 h 476105"/>
              <a:gd name="connsiteX30" fmla="*/ 304394 w 606298"/>
              <a:gd name="connsiteY30" fmla="*/ 276006 h 476105"/>
              <a:gd name="connsiteX31" fmla="*/ 304394 w 606298"/>
              <a:gd name="connsiteY31" fmla="*/ 268369 h 476105"/>
              <a:gd name="connsiteX32" fmla="*/ 30421 w 606298"/>
              <a:gd name="connsiteY32" fmla="*/ 268369 h 476105"/>
              <a:gd name="connsiteX33" fmla="*/ 0 w 606298"/>
              <a:gd name="connsiteY33" fmla="*/ 238006 h 476105"/>
              <a:gd name="connsiteX34" fmla="*/ 30421 w 606298"/>
              <a:gd name="connsiteY34" fmla="*/ 207643 h 476105"/>
              <a:gd name="connsiteX35" fmla="*/ 304394 w 606298"/>
              <a:gd name="connsiteY35" fmla="*/ 207643 h 476105"/>
              <a:gd name="connsiteX36" fmla="*/ 304394 w 606298"/>
              <a:gd name="connsiteY36" fmla="*/ 200099 h 476105"/>
              <a:gd name="connsiteX37" fmla="*/ 322185 w 606298"/>
              <a:gd name="connsiteY37" fmla="*/ 182341 h 476105"/>
              <a:gd name="connsiteX38" fmla="*/ 109055 w 606298"/>
              <a:gd name="connsiteY38" fmla="*/ 0 h 476105"/>
              <a:gd name="connsiteX39" fmla="*/ 229540 w 606298"/>
              <a:gd name="connsiteY39" fmla="*/ 0 h 476105"/>
              <a:gd name="connsiteX40" fmla="*/ 247331 w 606298"/>
              <a:gd name="connsiteY40" fmla="*/ 17669 h 476105"/>
              <a:gd name="connsiteX41" fmla="*/ 247331 w 606298"/>
              <a:gd name="connsiteY41" fmla="*/ 25307 h 476105"/>
              <a:gd name="connsiteX42" fmla="*/ 575785 w 606298"/>
              <a:gd name="connsiteY42" fmla="*/ 25307 h 476105"/>
              <a:gd name="connsiteX43" fmla="*/ 606298 w 606298"/>
              <a:gd name="connsiteY43" fmla="*/ 55676 h 476105"/>
              <a:gd name="connsiteX44" fmla="*/ 575785 w 606298"/>
              <a:gd name="connsiteY44" fmla="*/ 86045 h 476105"/>
              <a:gd name="connsiteX45" fmla="*/ 247331 w 606298"/>
              <a:gd name="connsiteY45" fmla="*/ 86045 h 476105"/>
              <a:gd name="connsiteX46" fmla="*/ 247331 w 606298"/>
              <a:gd name="connsiteY46" fmla="*/ 93683 h 476105"/>
              <a:gd name="connsiteX47" fmla="*/ 229540 w 606298"/>
              <a:gd name="connsiteY47" fmla="*/ 111352 h 476105"/>
              <a:gd name="connsiteX48" fmla="*/ 109055 w 606298"/>
              <a:gd name="connsiteY48" fmla="*/ 111352 h 476105"/>
              <a:gd name="connsiteX49" fmla="*/ 91355 w 606298"/>
              <a:gd name="connsiteY49" fmla="*/ 93683 h 476105"/>
              <a:gd name="connsiteX50" fmla="*/ 91355 w 606298"/>
              <a:gd name="connsiteY50" fmla="*/ 86045 h 476105"/>
              <a:gd name="connsiteX51" fmla="*/ 30421 w 606298"/>
              <a:gd name="connsiteY51" fmla="*/ 86045 h 476105"/>
              <a:gd name="connsiteX52" fmla="*/ 0 w 606298"/>
              <a:gd name="connsiteY52" fmla="*/ 55676 h 476105"/>
              <a:gd name="connsiteX53" fmla="*/ 30421 w 606298"/>
              <a:gd name="connsiteY53" fmla="*/ 25307 h 476105"/>
              <a:gd name="connsiteX54" fmla="*/ 91355 w 606298"/>
              <a:gd name="connsiteY54" fmla="*/ 25307 h 476105"/>
              <a:gd name="connsiteX55" fmla="*/ 91355 w 606298"/>
              <a:gd name="connsiteY55" fmla="*/ 17669 h 476105"/>
              <a:gd name="connsiteX56" fmla="*/ 109055 w 606298"/>
              <a:gd name="connsiteY56" fmla="*/ 0 h 476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6298" h="476105">
                <a:moveTo>
                  <a:pt x="187043" y="364682"/>
                </a:moveTo>
                <a:lnTo>
                  <a:pt x="307528" y="364682"/>
                </a:lnTo>
                <a:cubicBezTo>
                  <a:pt x="317392" y="364682"/>
                  <a:pt x="325320" y="372595"/>
                  <a:pt x="325320" y="382440"/>
                </a:cubicBezTo>
                <a:lnTo>
                  <a:pt x="325320" y="389984"/>
                </a:lnTo>
                <a:lnTo>
                  <a:pt x="575785" y="389984"/>
                </a:lnTo>
                <a:cubicBezTo>
                  <a:pt x="592655" y="389984"/>
                  <a:pt x="606298" y="403602"/>
                  <a:pt x="606298" y="420440"/>
                </a:cubicBezTo>
                <a:cubicBezTo>
                  <a:pt x="606298" y="437185"/>
                  <a:pt x="592655" y="450803"/>
                  <a:pt x="575785" y="450803"/>
                </a:cubicBezTo>
                <a:lnTo>
                  <a:pt x="325320" y="450803"/>
                </a:lnTo>
                <a:lnTo>
                  <a:pt x="325320" y="458347"/>
                </a:lnTo>
                <a:cubicBezTo>
                  <a:pt x="325320" y="468192"/>
                  <a:pt x="317392" y="476105"/>
                  <a:pt x="307528" y="476105"/>
                </a:cubicBezTo>
                <a:lnTo>
                  <a:pt x="187043" y="476105"/>
                </a:lnTo>
                <a:cubicBezTo>
                  <a:pt x="177271" y="476105"/>
                  <a:pt x="169343" y="468192"/>
                  <a:pt x="169343" y="458347"/>
                </a:cubicBezTo>
                <a:lnTo>
                  <a:pt x="169343" y="450803"/>
                </a:lnTo>
                <a:lnTo>
                  <a:pt x="30421" y="450803"/>
                </a:lnTo>
                <a:cubicBezTo>
                  <a:pt x="13644" y="450803"/>
                  <a:pt x="0" y="437185"/>
                  <a:pt x="0" y="420440"/>
                </a:cubicBezTo>
                <a:cubicBezTo>
                  <a:pt x="0" y="403602"/>
                  <a:pt x="13644" y="389984"/>
                  <a:pt x="30421" y="389984"/>
                </a:cubicBezTo>
                <a:lnTo>
                  <a:pt x="169343" y="389984"/>
                </a:lnTo>
                <a:lnTo>
                  <a:pt x="169343" y="382440"/>
                </a:lnTo>
                <a:cubicBezTo>
                  <a:pt x="169343" y="372595"/>
                  <a:pt x="177271" y="364682"/>
                  <a:pt x="187043" y="364682"/>
                </a:cubicBezTo>
                <a:close/>
                <a:moveTo>
                  <a:pt x="322185" y="182341"/>
                </a:moveTo>
                <a:lnTo>
                  <a:pt x="442671" y="182341"/>
                </a:lnTo>
                <a:cubicBezTo>
                  <a:pt x="452442" y="182341"/>
                  <a:pt x="460370" y="190254"/>
                  <a:pt x="460370" y="200099"/>
                </a:cubicBezTo>
                <a:lnTo>
                  <a:pt x="460370" y="207643"/>
                </a:lnTo>
                <a:lnTo>
                  <a:pt x="575785" y="207643"/>
                </a:lnTo>
                <a:cubicBezTo>
                  <a:pt x="592655" y="207643"/>
                  <a:pt x="606298" y="221261"/>
                  <a:pt x="606298" y="238006"/>
                </a:cubicBezTo>
                <a:cubicBezTo>
                  <a:pt x="606298" y="254844"/>
                  <a:pt x="592655" y="268369"/>
                  <a:pt x="575785" y="268369"/>
                </a:cubicBezTo>
                <a:lnTo>
                  <a:pt x="460370" y="268369"/>
                </a:lnTo>
                <a:lnTo>
                  <a:pt x="460370" y="276006"/>
                </a:lnTo>
                <a:cubicBezTo>
                  <a:pt x="460370" y="285759"/>
                  <a:pt x="452442" y="293764"/>
                  <a:pt x="442671" y="293764"/>
                </a:cubicBezTo>
                <a:lnTo>
                  <a:pt x="322185" y="293764"/>
                </a:lnTo>
                <a:cubicBezTo>
                  <a:pt x="312322" y="293764"/>
                  <a:pt x="304394" y="285759"/>
                  <a:pt x="304394" y="276006"/>
                </a:cubicBezTo>
                <a:lnTo>
                  <a:pt x="304394" y="268369"/>
                </a:lnTo>
                <a:lnTo>
                  <a:pt x="30421" y="268369"/>
                </a:lnTo>
                <a:cubicBezTo>
                  <a:pt x="13644" y="268369"/>
                  <a:pt x="0" y="254844"/>
                  <a:pt x="0" y="238006"/>
                </a:cubicBezTo>
                <a:cubicBezTo>
                  <a:pt x="0" y="221261"/>
                  <a:pt x="13644" y="207643"/>
                  <a:pt x="30421" y="207643"/>
                </a:cubicBezTo>
                <a:lnTo>
                  <a:pt x="304394" y="207643"/>
                </a:lnTo>
                <a:lnTo>
                  <a:pt x="304394" y="200099"/>
                </a:lnTo>
                <a:cubicBezTo>
                  <a:pt x="304394" y="190254"/>
                  <a:pt x="312322" y="182341"/>
                  <a:pt x="322185" y="182341"/>
                </a:cubicBezTo>
                <a:close/>
                <a:moveTo>
                  <a:pt x="109055" y="0"/>
                </a:moveTo>
                <a:lnTo>
                  <a:pt x="229540" y="0"/>
                </a:lnTo>
                <a:cubicBezTo>
                  <a:pt x="239404" y="0"/>
                  <a:pt x="247331" y="7914"/>
                  <a:pt x="247331" y="17669"/>
                </a:cubicBezTo>
                <a:lnTo>
                  <a:pt x="247331" y="25307"/>
                </a:lnTo>
                <a:lnTo>
                  <a:pt x="575785" y="25307"/>
                </a:lnTo>
                <a:cubicBezTo>
                  <a:pt x="592655" y="25307"/>
                  <a:pt x="606298" y="38927"/>
                  <a:pt x="606298" y="55676"/>
                </a:cubicBezTo>
                <a:cubicBezTo>
                  <a:pt x="606298" y="72425"/>
                  <a:pt x="592655" y="86045"/>
                  <a:pt x="575785" y="86045"/>
                </a:cubicBezTo>
                <a:lnTo>
                  <a:pt x="247331" y="86045"/>
                </a:lnTo>
                <a:lnTo>
                  <a:pt x="247331" y="93683"/>
                </a:lnTo>
                <a:cubicBezTo>
                  <a:pt x="247331" y="103438"/>
                  <a:pt x="239404" y="111352"/>
                  <a:pt x="229540" y="111352"/>
                </a:cubicBezTo>
                <a:lnTo>
                  <a:pt x="109055" y="111352"/>
                </a:lnTo>
                <a:cubicBezTo>
                  <a:pt x="99283" y="111352"/>
                  <a:pt x="91355" y="103438"/>
                  <a:pt x="91355" y="93683"/>
                </a:cubicBezTo>
                <a:lnTo>
                  <a:pt x="91355" y="86045"/>
                </a:lnTo>
                <a:lnTo>
                  <a:pt x="30421" y="86045"/>
                </a:lnTo>
                <a:cubicBezTo>
                  <a:pt x="13644" y="86045"/>
                  <a:pt x="0" y="72425"/>
                  <a:pt x="0" y="55676"/>
                </a:cubicBezTo>
                <a:cubicBezTo>
                  <a:pt x="0" y="38927"/>
                  <a:pt x="13644" y="25307"/>
                  <a:pt x="30421" y="25307"/>
                </a:cubicBezTo>
                <a:lnTo>
                  <a:pt x="91355" y="25307"/>
                </a:lnTo>
                <a:lnTo>
                  <a:pt x="91355" y="17669"/>
                </a:lnTo>
                <a:cubicBezTo>
                  <a:pt x="91355" y="7914"/>
                  <a:pt x="99283" y="0"/>
                  <a:pt x="1090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71" name="menu_159761">
            <a:extLst>
              <a:ext uri="{FF2B5EF4-FFF2-40B4-BE49-F238E27FC236}">
                <a16:creationId xmlns:a16="http://schemas.microsoft.com/office/drawing/2014/main" id="{55EC188F-C106-4D91-8E18-0265714B2FD0}"/>
              </a:ext>
            </a:extLst>
          </p:cNvPr>
          <p:cNvSpPr>
            <a:spLocks noChangeAspect="1"/>
          </p:cNvSpPr>
          <p:nvPr/>
        </p:nvSpPr>
        <p:spPr bwMode="auto">
          <a:xfrm>
            <a:off x="9165222" y="2853623"/>
            <a:ext cx="253584" cy="253198"/>
          </a:xfrm>
          <a:custGeom>
            <a:avLst/>
            <a:gdLst>
              <a:gd name="connsiteX0" fmla="*/ 387180 w 602346"/>
              <a:gd name="connsiteY0" fmla="*/ 343654 h 601429"/>
              <a:gd name="connsiteX1" fmla="*/ 559313 w 602346"/>
              <a:gd name="connsiteY1" fmla="*/ 343654 h 601429"/>
              <a:gd name="connsiteX2" fmla="*/ 602346 w 602346"/>
              <a:gd name="connsiteY2" fmla="*/ 386617 h 601429"/>
              <a:gd name="connsiteX3" fmla="*/ 602346 w 602346"/>
              <a:gd name="connsiteY3" fmla="*/ 558467 h 601429"/>
              <a:gd name="connsiteX4" fmla="*/ 559313 w 602346"/>
              <a:gd name="connsiteY4" fmla="*/ 601429 h 601429"/>
              <a:gd name="connsiteX5" fmla="*/ 387180 w 602346"/>
              <a:gd name="connsiteY5" fmla="*/ 601429 h 601429"/>
              <a:gd name="connsiteX6" fmla="*/ 344147 w 602346"/>
              <a:gd name="connsiteY6" fmla="*/ 558467 h 601429"/>
              <a:gd name="connsiteX7" fmla="*/ 344147 w 602346"/>
              <a:gd name="connsiteY7" fmla="*/ 386617 h 601429"/>
              <a:gd name="connsiteX8" fmla="*/ 387180 w 602346"/>
              <a:gd name="connsiteY8" fmla="*/ 343654 h 601429"/>
              <a:gd name="connsiteX9" fmla="*/ 43021 w 602346"/>
              <a:gd name="connsiteY9" fmla="*/ 343654 h 601429"/>
              <a:gd name="connsiteX10" fmla="*/ 215107 w 602346"/>
              <a:gd name="connsiteY10" fmla="*/ 343654 h 601429"/>
              <a:gd name="connsiteX11" fmla="*/ 258128 w 602346"/>
              <a:gd name="connsiteY11" fmla="*/ 386617 h 601429"/>
              <a:gd name="connsiteX12" fmla="*/ 258128 w 602346"/>
              <a:gd name="connsiteY12" fmla="*/ 558467 h 601429"/>
              <a:gd name="connsiteX13" fmla="*/ 215107 w 602346"/>
              <a:gd name="connsiteY13" fmla="*/ 601429 h 601429"/>
              <a:gd name="connsiteX14" fmla="*/ 43021 w 602346"/>
              <a:gd name="connsiteY14" fmla="*/ 601429 h 601429"/>
              <a:gd name="connsiteX15" fmla="*/ 0 w 602346"/>
              <a:gd name="connsiteY15" fmla="*/ 558467 h 601429"/>
              <a:gd name="connsiteX16" fmla="*/ 0 w 602346"/>
              <a:gd name="connsiteY16" fmla="*/ 386617 h 601429"/>
              <a:gd name="connsiteX17" fmla="*/ 43021 w 602346"/>
              <a:gd name="connsiteY17" fmla="*/ 343654 h 601429"/>
              <a:gd name="connsiteX18" fmla="*/ 387180 w 602346"/>
              <a:gd name="connsiteY18" fmla="*/ 0 h 601429"/>
              <a:gd name="connsiteX19" fmla="*/ 559313 w 602346"/>
              <a:gd name="connsiteY19" fmla="*/ 0 h 601429"/>
              <a:gd name="connsiteX20" fmla="*/ 602346 w 602346"/>
              <a:gd name="connsiteY20" fmla="*/ 42963 h 601429"/>
              <a:gd name="connsiteX21" fmla="*/ 602346 w 602346"/>
              <a:gd name="connsiteY21" fmla="*/ 214813 h 601429"/>
              <a:gd name="connsiteX22" fmla="*/ 559313 w 602346"/>
              <a:gd name="connsiteY22" fmla="*/ 257775 h 601429"/>
              <a:gd name="connsiteX23" fmla="*/ 387180 w 602346"/>
              <a:gd name="connsiteY23" fmla="*/ 257775 h 601429"/>
              <a:gd name="connsiteX24" fmla="*/ 344147 w 602346"/>
              <a:gd name="connsiteY24" fmla="*/ 214813 h 601429"/>
              <a:gd name="connsiteX25" fmla="*/ 344147 w 602346"/>
              <a:gd name="connsiteY25" fmla="*/ 42963 h 601429"/>
              <a:gd name="connsiteX26" fmla="*/ 387180 w 602346"/>
              <a:gd name="connsiteY26" fmla="*/ 0 h 601429"/>
              <a:gd name="connsiteX27" fmla="*/ 43021 w 602346"/>
              <a:gd name="connsiteY27" fmla="*/ 0 h 601429"/>
              <a:gd name="connsiteX28" fmla="*/ 215107 w 602346"/>
              <a:gd name="connsiteY28" fmla="*/ 0 h 601429"/>
              <a:gd name="connsiteX29" fmla="*/ 258128 w 602346"/>
              <a:gd name="connsiteY29" fmla="*/ 42963 h 601429"/>
              <a:gd name="connsiteX30" fmla="*/ 258128 w 602346"/>
              <a:gd name="connsiteY30" fmla="*/ 214813 h 601429"/>
              <a:gd name="connsiteX31" fmla="*/ 215107 w 602346"/>
              <a:gd name="connsiteY31" fmla="*/ 257775 h 601429"/>
              <a:gd name="connsiteX32" fmla="*/ 43021 w 602346"/>
              <a:gd name="connsiteY32" fmla="*/ 257775 h 601429"/>
              <a:gd name="connsiteX33" fmla="*/ 0 w 602346"/>
              <a:gd name="connsiteY33" fmla="*/ 214813 h 601429"/>
              <a:gd name="connsiteX34" fmla="*/ 0 w 602346"/>
              <a:gd name="connsiteY34" fmla="*/ 42963 h 601429"/>
              <a:gd name="connsiteX35" fmla="*/ 43021 w 602346"/>
              <a:gd name="connsiteY35" fmla="*/ 0 h 60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2346" h="601429">
                <a:moveTo>
                  <a:pt x="387180" y="343654"/>
                </a:moveTo>
                <a:lnTo>
                  <a:pt x="559313" y="343654"/>
                </a:lnTo>
                <a:cubicBezTo>
                  <a:pt x="582981" y="343654"/>
                  <a:pt x="602346" y="362987"/>
                  <a:pt x="602346" y="386617"/>
                </a:cubicBezTo>
                <a:lnTo>
                  <a:pt x="602346" y="558467"/>
                </a:lnTo>
                <a:cubicBezTo>
                  <a:pt x="602346" y="582096"/>
                  <a:pt x="582981" y="601429"/>
                  <a:pt x="559313" y="601429"/>
                </a:cubicBezTo>
                <a:lnTo>
                  <a:pt x="387180" y="601429"/>
                </a:lnTo>
                <a:cubicBezTo>
                  <a:pt x="363512" y="601429"/>
                  <a:pt x="344147" y="582096"/>
                  <a:pt x="344147" y="558467"/>
                </a:cubicBezTo>
                <a:lnTo>
                  <a:pt x="344147" y="386617"/>
                </a:lnTo>
                <a:cubicBezTo>
                  <a:pt x="344147" y="362987"/>
                  <a:pt x="363512" y="343654"/>
                  <a:pt x="387180" y="343654"/>
                </a:cubicBezTo>
                <a:close/>
                <a:moveTo>
                  <a:pt x="43021" y="343654"/>
                </a:moveTo>
                <a:lnTo>
                  <a:pt x="215107" y="343654"/>
                </a:lnTo>
                <a:cubicBezTo>
                  <a:pt x="238768" y="343654"/>
                  <a:pt x="258128" y="362987"/>
                  <a:pt x="258128" y="386617"/>
                </a:cubicBezTo>
                <a:lnTo>
                  <a:pt x="258128" y="558467"/>
                </a:lnTo>
                <a:cubicBezTo>
                  <a:pt x="258128" y="582096"/>
                  <a:pt x="238768" y="601429"/>
                  <a:pt x="215107" y="601429"/>
                </a:cubicBezTo>
                <a:lnTo>
                  <a:pt x="43021" y="601429"/>
                </a:lnTo>
                <a:cubicBezTo>
                  <a:pt x="19360" y="601429"/>
                  <a:pt x="0" y="582096"/>
                  <a:pt x="0" y="558467"/>
                </a:cubicBezTo>
                <a:lnTo>
                  <a:pt x="0" y="386617"/>
                </a:lnTo>
                <a:cubicBezTo>
                  <a:pt x="0" y="362987"/>
                  <a:pt x="19360" y="343654"/>
                  <a:pt x="43021" y="343654"/>
                </a:cubicBezTo>
                <a:close/>
                <a:moveTo>
                  <a:pt x="387180" y="0"/>
                </a:moveTo>
                <a:lnTo>
                  <a:pt x="559313" y="0"/>
                </a:lnTo>
                <a:cubicBezTo>
                  <a:pt x="582981" y="0"/>
                  <a:pt x="602346" y="19333"/>
                  <a:pt x="602346" y="42963"/>
                </a:cubicBezTo>
                <a:lnTo>
                  <a:pt x="602346" y="214813"/>
                </a:lnTo>
                <a:cubicBezTo>
                  <a:pt x="602346" y="238442"/>
                  <a:pt x="582981" y="257775"/>
                  <a:pt x="559313" y="257775"/>
                </a:cubicBezTo>
                <a:lnTo>
                  <a:pt x="387180" y="257775"/>
                </a:lnTo>
                <a:cubicBezTo>
                  <a:pt x="363512" y="257775"/>
                  <a:pt x="344147" y="238442"/>
                  <a:pt x="344147" y="214813"/>
                </a:cubicBezTo>
                <a:lnTo>
                  <a:pt x="344147" y="42963"/>
                </a:lnTo>
                <a:cubicBezTo>
                  <a:pt x="344147" y="19333"/>
                  <a:pt x="363512" y="0"/>
                  <a:pt x="387180" y="0"/>
                </a:cubicBezTo>
                <a:close/>
                <a:moveTo>
                  <a:pt x="43021" y="0"/>
                </a:moveTo>
                <a:lnTo>
                  <a:pt x="215107" y="0"/>
                </a:lnTo>
                <a:cubicBezTo>
                  <a:pt x="238768" y="0"/>
                  <a:pt x="258128" y="19333"/>
                  <a:pt x="258128" y="42963"/>
                </a:cubicBezTo>
                <a:lnTo>
                  <a:pt x="258128" y="214813"/>
                </a:lnTo>
                <a:cubicBezTo>
                  <a:pt x="258128" y="238442"/>
                  <a:pt x="238768" y="257775"/>
                  <a:pt x="215107" y="257775"/>
                </a:cubicBezTo>
                <a:lnTo>
                  <a:pt x="43021" y="257775"/>
                </a:lnTo>
                <a:cubicBezTo>
                  <a:pt x="19360" y="257775"/>
                  <a:pt x="0" y="238442"/>
                  <a:pt x="0" y="214813"/>
                </a:cubicBezTo>
                <a:lnTo>
                  <a:pt x="0" y="42963"/>
                </a:lnTo>
                <a:cubicBezTo>
                  <a:pt x="0" y="19333"/>
                  <a:pt x="19360" y="0"/>
                  <a:pt x="430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82467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2BFA38D-9A8C-4E0C-9C6C-2CB34BEACF7B}"/>
              </a:ext>
            </a:extLst>
          </p:cNvPr>
          <p:cNvCxnSpPr>
            <a:cxnSpLocks/>
          </p:cNvCxnSpPr>
          <p:nvPr/>
        </p:nvCxnSpPr>
        <p:spPr>
          <a:xfrm>
            <a:off x="4230912" y="4042946"/>
            <a:ext cx="7287114" cy="0"/>
          </a:xfrm>
          <a:prstGeom prst="line">
            <a:avLst/>
          </a:prstGeom>
          <a:ln w="9525" cmpd="sng">
            <a:gradFill>
              <a:gsLst>
                <a:gs pos="11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8100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usinessman_126354">
            <a:extLst>
              <a:ext uri="{FF2B5EF4-FFF2-40B4-BE49-F238E27FC236}">
                <a16:creationId xmlns:a16="http://schemas.microsoft.com/office/drawing/2014/main" id="{83B58918-BCD0-45B7-98ED-AC4A02B905DA}"/>
              </a:ext>
            </a:extLst>
          </p:cNvPr>
          <p:cNvSpPr>
            <a:spLocks noChangeAspect="1"/>
          </p:cNvSpPr>
          <p:nvPr/>
        </p:nvSpPr>
        <p:spPr bwMode="auto">
          <a:xfrm>
            <a:off x="7119259" y="5102730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user-avatar-profile_70039">
            <a:extLst>
              <a:ext uri="{FF2B5EF4-FFF2-40B4-BE49-F238E27FC236}">
                <a16:creationId xmlns:a16="http://schemas.microsoft.com/office/drawing/2014/main" id="{C8FA0E4A-FEF9-4543-BA4C-F9B6458D9428}"/>
              </a:ext>
            </a:extLst>
          </p:cNvPr>
          <p:cNvSpPr>
            <a:spLocks noChangeAspect="1"/>
          </p:cNvSpPr>
          <p:nvPr/>
        </p:nvSpPr>
        <p:spPr bwMode="auto">
          <a:xfrm>
            <a:off x="7119259" y="4589511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7F843F-C2DA-4DB8-BA88-18394FAAAFC0}"/>
              </a:ext>
            </a:extLst>
          </p:cNvPr>
          <p:cNvSpPr txBox="1"/>
          <p:nvPr/>
        </p:nvSpPr>
        <p:spPr>
          <a:xfrm>
            <a:off x="7608346" y="4599386"/>
            <a:ext cx="371457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答辩人：北小理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E28DAD-DCDD-42F9-82E7-89BE85D0258F}"/>
              </a:ext>
            </a:extLst>
          </p:cNvPr>
          <p:cNvSpPr txBox="1"/>
          <p:nvPr/>
        </p:nvSpPr>
        <p:spPr>
          <a:xfrm>
            <a:off x="7608346" y="5112604"/>
            <a:ext cx="371457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导　师：京小工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1A0AC7-8073-4C40-8F36-F45903884EC7}"/>
              </a:ext>
            </a:extLst>
          </p:cNvPr>
          <p:cNvSpPr txBox="1"/>
          <p:nvPr/>
        </p:nvSpPr>
        <p:spPr>
          <a:xfrm>
            <a:off x="4622801" y="2011086"/>
            <a:ext cx="691481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感谢各位专家老师</a:t>
            </a:r>
            <a:endParaRPr kumimoji="0" lang="en-US" altLang="zh-CN" sz="6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请您批评指正</a:t>
            </a:r>
          </a:p>
        </p:txBody>
      </p:sp>
    </p:spTree>
    <p:extLst>
      <p:ext uri="{BB962C8B-B14F-4D97-AF65-F5344CB8AC3E}">
        <p14:creationId xmlns:p14="http://schemas.microsoft.com/office/powerpoint/2010/main" val="4069967793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封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631</Words>
  <Application>Microsoft Office PowerPoint</Application>
  <PresentationFormat>宽屏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等线 Light</vt:lpstr>
      <vt:lpstr>微软雅黑</vt:lpstr>
      <vt:lpstr>微软雅黑 Light</vt:lpstr>
      <vt:lpstr>Arial</vt:lpstr>
      <vt:lpstr>Century Gothic</vt:lpstr>
      <vt:lpstr>Office 主题​​</vt:lpstr>
      <vt:lpstr>封2​​</vt:lpstr>
      <vt:lpstr>封3​​</vt:lpstr>
      <vt:lpstr>目1​​</vt:lpstr>
      <vt:lpstr>北京理工大学 毕业设计论文答辩模板</vt:lpstr>
      <vt:lpstr>PowerPoint 演示文稿</vt:lpstr>
      <vt:lpstr>一段文字</vt:lpstr>
      <vt:lpstr>PowerPoint 演示文稿</vt:lpstr>
      <vt:lpstr>四个观点</vt:lpstr>
      <vt:lpstr>PowerPoint 演示文稿</vt:lpstr>
      <vt:lpstr>一段一图</vt:lpstr>
      <vt:lpstr>PowerPoint 演示文稿</vt:lpstr>
      <vt:lpstr>四段时间轴</vt:lpstr>
      <vt:lpstr>PowerPoint 演示文稿</vt:lpstr>
      <vt:lpstr>五段时间轴</vt:lpstr>
      <vt:lpstr>PowerPoint 演示文稿</vt:lpstr>
      <vt:lpstr>框架图示例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 Sherlock</dc:creator>
  <cp:lastModifiedBy>Q Sherlock</cp:lastModifiedBy>
  <cp:revision>1</cp:revision>
  <dcterms:created xsi:type="dcterms:W3CDTF">2026-05-18T06:10:41Z</dcterms:created>
  <dcterms:modified xsi:type="dcterms:W3CDTF">2026-05-18T06:13:43Z</dcterms:modified>
</cp:coreProperties>
</file>